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46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221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4572000" cy="292608"/>
          </a:xfrm>
          <a:prstGeom prst="rect">
            <a:avLst/>
          </a:prstGeom>
          <a:noFill/>
          <a:ln/>
        </p:spPr>
        <p:txBody>
          <a:bodyPr wrap="square" rtlCol="0" anchor="ctr"/>
          <a:lstStyle/>
          <a:p>
            <a:pPr marL="0" indent="0">
              <a:buNone/>
            </a:pPr>
            <a:r>
              <a:rPr lang="en-US" sz="1200" kern="0" spc="200" dirty="0">
                <a:solidFill>
                  <a:srgbClr val="666666"/>
                </a:solidFill>
                <a:latin typeface="Calibri" pitchFamily="34" charset="0"/>
                <a:ea typeface="Calibri" pitchFamily="34" charset="-122"/>
                <a:cs typeface="Calibri" pitchFamily="34" charset="-120"/>
              </a:rPr>
              <a:t>PROJECT PROPOSAL  ·  ODL 2026</a:t>
            </a:r>
            <a:endParaRPr lang="en-US" sz="1200" dirty="0"/>
          </a:p>
        </p:txBody>
      </p:sp>
      <p:pic>
        <p:nvPicPr>
          <p:cNvPr id="3" name="Image 0" descr="preencoded.png"/>
          <p:cNvPicPr>
            <a:picLocks noChangeAspect="1"/>
          </p:cNvPicPr>
          <p:nvPr/>
        </p:nvPicPr>
        <p:blipFill>
          <a:blip r:embed="rId3"/>
          <a:stretch>
            <a:fillRect/>
          </a:stretch>
        </p:blipFill>
        <p:spPr>
          <a:xfrm>
            <a:off x="3337560" y="-47026"/>
            <a:ext cx="1711234" cy="1711234"/>
          </a:xfrm>
          <a:prstGeom prst="rect">
            <a:avLst/>
          </a:prstGeom>
        </p:spPr>
      </p:pic>
      <p:sp>
        <p:nvSpPr>
          <p:cNvPr id="4" name="Text 1"/>
          <p:cNvSpPr/>
          <p:nvPr/>
        </p:nvSpPr>
        <p:spPr>
          <a:xfrm>
            <a:off x="365760" y="1737360"/>
            <a:ext cx="7772400" cy="1737360"/>
          </a:xfrm>
          <a:prstGeom prst="rect">
            <a:avLst/>
          </a:prstGeom>
          <a:noFill/>
          <a:ln/>
        </p:spPr>
        <p:txBody>
          <a:bodyPr wrap="square" rtlCol="0" anchor="t"/>
          <a:lstStyle/>
          <a:p>
            <a:pPr marL="0" indent="0">
              <a:buNone/>
            </a:pPr>
            <a:r>
              <a:rPr lang="en-US" sz="4200" b="1" dirty="0">
                <a:solidFill>
                  <a:srgbClr val="000000"/>
                </a:solidFill>
                <a:latin typeface="Calibri" pitchFamily="34" charset="0"/>
                <a:ea typeface="Calibri" pitchFamily="34" charset="-122"/>
                <a:cs typeface="Calibri" pitchFamily="34" charset="-120"/>
              </a:rPr>
              <a:t>Privacy-Preserving</a:t>
            </a:r>
            <a:endParaRPr lang="en-US" sz="4200" dirty="0"/>
          </a:p>
          <a:p>
            <a:pPr marL="0" indent="0">
              <a:buNone/>
            </a:pPr>
            <a:r>
              <a:rPr lang="en-US" sz="4200" b="1" dirty="0">
                <a:solidFill>
                  <a:srgbClr val="000000"/>
                </a:solidFill>
                <a:latin typeface="Calibri" pitchFamily="34" charset="0"/>
                <a:ea typeface="Calibri" pitchFamily="34" charset="-122"/>
                <a:cs typeface="Calibri" pitchFamily="34" charset="-120"/>
              </a:rPr>
              <a:t>Data Analytics Platform</a:t>
            </a:r>
            <a:endParaRPr lang="en-US" sz="4200" dirty="0"/>
          </a:p>
        </p:txBody>
      </p:sp>
      <p:sp>
        <p:nvSpPr>
          <p:cNvPr id="5" name="Text 2"/>
          <p:cNvSpPr/>
          <p:nvPr/>
        </p:nvSpPr>
        <p:spPr>
          <a:xfrm>
            <a:off x="365760" y="3547872"/>
            <a:ext cx="7315200" cy="384048"/>
          </a:xfrm>
          <a:prstGeom prst="rect">
            <a:avLst/>
          </a:prstGeom>
          <a:noFill/>
          <a:ln/>
        </p:spPr>
        <p:txBody>
          <a:bodyPr wrap="square" rtlCol="0" anchor="ctr"/>
          <a:lstStyle/>
          <a:p>
            <a:pPr marL="0" indent="0">
              <a:buNone/>
            </a:pPr>
            <a:r>
              <a:rPr lang="en-US" sz="2000" b="1" dirty="0">
                <a:solidFill>
                  <a:srgbClr val="000000"/>
                </a:solidFill>
                <a:latin typeface="Calibri" pitchFamily="34" charset="0"/>
                <a:ea typeface="Calibri" pitchFamily="34" charset="-122"/>
                <a:cs typeface="Calibri" pitchFamily="34" charset="-120"/>
              </a:rPr>
              <a:t>Differential Privacy  ·  k-Anonymity  ·  Python  ·  GDPR</a:t>
            </a:r>
            <a:endParaRPr lang="en-US" sz="2000" dirty="0"/>
          </a:p>
        </p:txBody>
      </p:sp>
      <p:sp>
        <p:nvSpPr>
          <p:cNvPr id="6" name="Shape 3"/>
          <p:cNvSpPr/>
          <p:nvPr/>
        </p:nvSpPr>
        <p:spPr>
          <a:xfrm>
            <a:off x="365760" y="3977640"/>
            <a:ext cx="6858000" cy="22860"/>
          </a:xfrm>
          <a:prstGeom prst="rect">
            <a:avLst/>
          </a:prstGeom>
          <a:solidFill>
            <a:srgbClr val="1A3A5C"/>
          </a:solidFill>
          <a:ln w="12700">
            <a:solidFill>
              <a:srgbClr val="1A3A5C"/>
            </a:solidFill>
            <a:prstDash val="solid"/>
          </a:ln>
        </p:spPr>
      </p:sp>
      <p:sp>
        <p:nvSpPr>
          <p:cNvPr id="7" name="Text 4"/>
          <p:cNvSpPr/>
          <p:nvPr/>
        </p:nvSpPr>
        <p:spPr>
          <a:xfrm>
            <a:off x="365760" y="4096512"/>
            <a:ext cx="6858000" cy="841248"/>
          </a:xfrm>
          <a:prstGeom prst="rect">
            <a:avLst/>
          </a:prstGeom>
          <a:noFill/>
          <a:ln/>
        </p:spPr>
        <p:txBody>
          <a:bodyPr wrap="square"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KAPATA MUBANGA</a:t>
            </a:r>
            <a:r>
              <a:rPr lang="en-US" sz="1800" dirty="0">
                <a:solidFill>
                  <a:srgbClr val="000000"/>
                </a:solidFill>
                <a:latin typeface="Calibri" pitchFamily="34" charset="0"/>
                <a:ea typeface="Calibri" pitchFamily="34" charset="-122"/>
                <a:cs typeface="Calibri" pitchFamily="34" charset="-120"/>
              </a:rPr>
              <a:t>   2410812</a:t>
            </a:r>
            <a:endParaRPr lang="en-US" sz="1800" dirty="0"/>
          </a:p>
          <a:p>
            <a:pPr marL="0" indent="0">
              <a:buNone/>
            </a:pPr>
            <a:r>
              <a:rPr lang="en-US" sz="1800" b="1" dirty="0">
                <a:solidFill>
                  <a:srgbClr val="000000"/>
                </a:solidFill>
                <a:latin typeface="Calibri" pitchFamily="34" charset="0"/>
                <a:ea typeface="Calibri" pitchFamily="34" charset="-122"/>
                <a:cs typeface="Calibri" pitchFamily="34" charset="-120"/>
              </a:rPr>
              <a:t>CHANDA KUNDA</a:t>
            </a:r>
            <a:r>
              <a:rPr lang="en-US" sz="1800" dirty="0">
                <a:solidFill>
                  <a:srgbClr val="000000"/>
                </a:solidFill>
                <a:latin typeface="Calibri" pitchFamily="34" charset="0"/>
                <a:ea typeface="Calibri" pitchFamily="34" charset="-122"/>
                <a:cs typeface="Calibri" pitchFamily="34" charset="-120"/>
              </a:rPr>
              <a:t>   2410762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Introduction — Background</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02 / 14</a:t>
            </a:r>
            <a:endParaRPr lang="en-US" sz="1100" dirty="0"/>
          </a:p>
        </p:txBody>
      </p:sp>
      <p:sp>
        <p:nvSpPr>
          <p:cNvPr id="8" name="Text 6"/>
          <p:cNvSpPr/>
          <p:nvPr/>
        </p:nvSpPr>
        <p:spPr>
          <a:xfrm>
            <a:off x="320040" y="1071807"/>
            <a:ext cx="8458200" cy="3464270"/>
          </a:xfrm>
          <a:prstGeom prst="rect">
            <a:avLst/>
          </a:prstGeom>
          <a:noFill/>
          <a:ln/>
        </p:spPr>
        <p:txBody>
          <a:bodyPr wrap="square" rtlCol="0" anchor="t"/>
          <a:lstStyle/>
          <a:p>
            <a:pPr marL="0" indent="0" algn="just">
              <a:buNone/>
            </a:pPr>
            <a:r>
              <a:rPr lang="en-US" sz="2800" dirty="0">
                <a:solidFill>
                  <a:srgbClr val="000000"/>
                </a:solidFill>
                <a:latin typeface="Calibri" pitchFamily="34" charset="0"/>
                <a:ea typeface="Calibri" pitchFamily="34" charset="-122"/>
                <a:cs typeface="Calibri" pitchFamily="34" charset="-120"/>
              </a:rPr>
              <a:t>Organisations increasingly share datasets for research, policy, and commercial analytics — yet most existing data sharing frameworks expose personal records, violating individual privacy and regulatory requirements such as GDPR and Zambia's Data Protection Act. The tension between the value of data sharing and the obligation to protect personal information remains unresolved in most local organisational practices.</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Problem Statement</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04 / 14</a:t>
            </a:r>
            <a:endParaRPr lang="en-US" sz="1100" dirty="0"/>
          </a:p>
        </p:txBody>
      </p:sp>
      <p:sp>
        <p:nvSpPr>
          <p:cNvPr id="16" name="TextBox 15">
            <a:extLst>
              <a:ext uri="{FF2B5EF4-FFF2-40B4-BE49-F238E27FC236}">
                <a16:creationId xmlns:a16="http://schemas.microsoft.com/office/drawing/2014/main" id="{666D1788-8424-46B9-2662-151C16A44CC7}"/>
              </a:ext>
            </a:extLst>
          </p:cNvPr>
          <p:cNvSpPr txBox="1"/>
          <p:nvPr/>
        </p:nvSpPr>
        <p:spPr>
          <a:xfrm>
            <a:off x="365760" y="1314658"/>
            <a:ext cx="8471263" cy="3108543"/>
          </a:xfrm>
          <a:prstGeom prst="rect">
            <a:avLst/>
          </a:prstGeom>
          <a:noFill/>
        </p:spPr>
        <p:txBody>
          <a:bodyPr wrap="square">
            <a:spAutoFit/>
          </a:bodyPr>
          <a:lstStyle/>
          <a:p>
            <a:pPr>
              <a:buNone/>
            </a:pPr>
            <a:r>
              <a:rPr lang="en-US" sz="2800" dirty="0"/>
              <a:t>Zambian institutions lack practical tools to properly anonymize sensitive data. This leads to risks of exposing personal information when sharing datasets. As a result, many organizations avoid sharing data altogether despite its potential value. There is also a lack of locally developed, privacy-compliant solutions to support safe data use.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Research Objectives</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05 / 14</a:t>
            </a:r>
            <a:endParaRPr lang="en-US" sz="1100" dirty="0"/>
          </a:p>
        </p:txBody>
      </p:sp>
      <p:sp>
        <p:nvSpPr>
          <p:cNvPr id="6" name="Shape 4"/>
          <p:cNvSpPr/>
          <p:nvPr/>
        </p:nvSpPr>
        <p:spPr>
          <a:xfrm>
            <a:off x="365760" y="1024128"/>
            <a:ext cx="8412480" cy="1143000"/>
          </a:xfrm>
          <a:prstGeom prst="rect">
            <a:avLst/>
          </a:prstGeom>
          <a:solidFill>
            <a:srgbClr val="FFFFFF"/>
          </a:solidFill>
          <a:ln w="6350">
            <a:solidFill>
              <a:srgbClr val="CCCCCC"/>
            </a:solidFill>
            <a:prstDash val="solid"/>
          </a:ln>
        </p:spPr>
      </p:sp>
      <p:sp>
        <p:nvSpPr>
          <p:cNvPr id="7" name="Shape 5"/>
          <p:cNvSpPr/>
          <p:nvPr/>
        </p:nvSpPr>
        <p:spPr>
          <a:xfrm>
            <a:off x="365760" y="1024128"/>
            <a:ext cx="594360" cy="1143000"/>
          </a:xfrm>
          <a:prstGeom prst="rect">
            <a:avLst/>
          </a:prstGeom>
          <a:solidFill>
            <a:srgbClr val="1A3A5C"/>
          </a:solidFill>
          <a:ln w="12700">
            <a:solidFill>
              <a:srgbClr val="1A3A5C"/>
            </a:solidFill>
            <a:prstDash val="solid"/>
          </a:ln>
        </p:spPr>
      </p:sp>
      <p:sp>
        <p:nvSpPr>
          <p:cNvPr id="8" name="Text 6"/>
          <p:cNvSpPr/>
          <p:nvPr/>
        </p:nvSpPr>
        <p:spPr>
          <a:xfrm>
            <a:off x="365760" y="1024128"/>
            <a:ext cx="594360" cy="114300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9" name="Text 7"/>
          <p:cNvSpPr/>
          <p:nvPr/>
        </p:nvSpPr>
        <p:spPr>
          <a:xfrm>
            <a:off x="1078992" y="1161288"/>
            <a:ext cx="7498080" cy="8686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To implement a differential privacy module using the Laplace and Gaussian mechanisms in Python that adds calibrated noise to query outputs, providing ε-differential privacy guarantees for released dataset statistics.</a:t>
            </a:r>
            <a:endParaRPr lang="en-US" sz="1800" dirty="0"/>
          </a:p>
        </p:txBody>
      </p:sp>
      <p:sp>
        <p:nvSpPr>
          <p:cNvPr id="10" name="Shape 8"/>
          <p:cNvSpPr/>
          <p:nvPr/>
        </p:nvSpPr>
        <p:spPr>
          <a:xfrm>
            <a:off x="365760" y="2286000"/>
            <a:ext cx="8412480" cy="1143000"/>
          </a:xfrm>
          <a:prstGeom prst="rect">
            <a:avLst/>
          </a:prstGeom>
          <a:solidFill>
            <a:srgbClr val="F2F2F2"/>
          </a:solidFill>
          <a:ln w="6350">
            <a:solidFill>
              <a:srgbClr val="CCCCCC"/>
            </a:solidFill>
            <a:prstDash val="solid"/>
          </a:ln>
        </p:spPr>
      </p:sp>
      <p:sp>
        <p:nvSpPr>
          <p:cNvPr id="11" name="Shape 9"/>
          <p:cNvSpPr/>
          <p:nvPr/>
        </p:nvSpPr>
        <p:spPr>
          <a:xfrm>
            <a:off x="365760" y="2286000"/>
            <a:ext cx="594360" cy="1143000"/>
          </a:xfrm>
          <a:prstGeom prst="rect">
            <a:avLst/>
          </a:prstGeom>
          <a:solidFill>
            <a:srgbClr val="1A3A5C"/>
          </a:solidFill>
          <a:ln w="12700">
            <a:solidFill>
              <a:srgbClr val="1A3A5C"/>
            </a:solidFill>
            <a:prstDash val="solid"/>
          </a:ln>
        </p:spPr>
      </p:sp>
      <p:sp>
        <p:nvSpPr>
          <p:cNvPr id="12" name="Text 10"/>
          <p:cNvSpPr/>
          <p:nvPr/>
        </p:nvSpPr>
        <p:spPr>
          <a:xfrm>
            <a:off x="365760" y="2286000"/>
            <a:ext cx="594360" cy="114300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3" name="Text 11"/>
          <p:cNvSpPr/>
          <p:nvPr/>
        </p:nvSpPr>
        <p:spPr>
          <a:xfrm>
            <a:off x="1078992" y="2423160"/>
            <a:ext cx="7498080" cy="8686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To design and develop a Privacy-Preserving Data Analytics Platform that allows organisations to upload datasets, apply differential privacy and k-anonymity transformations, and download anonymised outputs via a web interface.</a:t>
            </a:r>
            <a:endParaRPr lang="en-US" sz="1800" dirty="0"/>
          </a:p>
        </p:txBody>
      </p:sp>
      <p:sp>
        <p:nvSpPr>
          <p:cNvPr id="14" name="Shape 12"/>
          <p:cNvSpPr/>
          <p:nvPr/>
        </p:nvSpPr>
        <p:spPr>
          <a:xfrm>
            <a:off x="365760" y="3547872"/>
            <a:ext cx="8412480" cy="1143000"/>
          </a:xfrm>
          <a:prstGeom prst="rect">
            <a:avLst/>
          </a:prstGeom>
          <a:solidFill>
            <a:srgbClr val="FFFFFF"/>
          </a:solidFill>
          <a:ln w="6350">
            <a:solidFill>
              <a:srgbClr val="CCCCCC"/>
            </a:solidFill>
            <a:prstDash val="solid"/>
          </a:ln>
        </p:spPr>
      </p:sp>
      <p:sp>
        <p:nvSpPr>
          <p:cNvPr id="15" name="Shape 13"/>
          <p:cNvSpPr/>
          <p:nvPr/>
        </p:nvSpPr>
        <p:spPr>
          <a:xfrm>
            <a:off x="365760" y="3547872"/>
            <a:ext cx="594360" cy="1143000"/>
          </a:xfrm>
          <a:prstGeom prst="rect">
            <a:avLst/>
          </a:prstGeom>
          <a:solidFill>
            <a:srgbClr val="1A3A5C"/>
          </a:solidFill>
          <a:ln w="12700">
            <a:solidFill>
              <a:srgbClr val="1A3A5C"/>
            </a:solidFill>
            <a:prstDash val="solid"/>
          </a:ln>
        </p:spPr>
      </p:sp>
      <p:sp>
        <p:nvSpPr>
          <p:cNvPr id="16" name="Text 14"/>
          <p:cNvSpPr/>
          <p:nvPr/>
        </p:nvSpPr>
        <p:spPr>
          <a:xfrm>
            <a:off x="365760" y="3547872"/>
            <a:ext cx="594360" cy="114300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7" name="Text 15"/>
          <p:cNvSpPr/>
          <p:nvPr/>
        </p:nvSpPr>
        <p:spPr>
          <a:xfrm>
            <a:off x="1078992" y="3685032"/>
            <a:ext cx="7498080" cy="8686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To evaluate the platform's privacy guarantee accuracy, data utility retention, and k-anonymity compliance on benchmark datasets through structured testing.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Research Questions</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06 / 14</a:t>
            </a:r>
            <a:endParaRPr lang="en-US" sz="1100" dirty="0"/>
          </a:p>
        </p:txBody>
      </p:sp>
      <p:sp>
        <p:nvSpPr>
          <p:cNvPr id="6" name="Shape 4"/>
          <p:cNvSpPr/>
          <p:nvPr/>
        </p:nvSpPr>
        <p:spPr>
          <a:xfrm>
            <a:off x="365760" y="1024128"/>
            <a:ext cx="8412480" cy="1143000"/>
          </a:xfrm>
          <a:prstGeom prst="rect">
            <a:avLst/>
          </a:prstGeom>
          <a:solidFill>
            <a:srgbClr val="FFFFFF"/>
          </a:solidFill>
          <a:ln w="6350">
            <a:solidFill>
              <a:srgbClr val="CCCCCC"/>
            </a:solidFill>
            <a:prstDash val="solid"/>
          </a:ln>
        </p:spPr>
      </p:sp>
      <p:sp>
        <p:nvSpPr>
          <p:cNvPr id="7" name="Shape 5"/>
          <p:cNvSpPr/>
          <p:nvPr/>
        </p:nvSpPr>
        <p:spPr>
          <a:xfrm>
            <a:off x="365760" y="1024128"/>
            <a:ext cx="749808" cy="1143000"/>
          </a:xfrm>
          <a:prstGeom prst="rect">
            <a:avLst/>
          </a:prstGeom>
          <a:solidFill>
            <a:srgbClr val="1A3A5C"/>
          </a:solidFill>
          <a:ln w="12700">
            <a:solidFill>
              <a:srgbClr val="1A3A5C"/>
            </a:solidFill>
            <a:prstDash val="solid"/>
          </a:ln>
        </p:spPr>
      </p:sp>
      <p:sp>
        <p:nvSpPr>
          <p:cNvPr id="8" name="Text 6"/>
          <p:cNvSpPr/>
          <p:nvPr/>
        </p:nvSpPr>
        <p:spPr>
          <a:xfrm>
            <a:off x="365760" y="1024128"/>
            <a:ext cx="749808" cy="1143000"/>
          </a:xfrm>
          <a:prstGeom prst="rect">
            <a:avLst/>
          </a:prstGeom>
          <a:noFill/>
          <a:ln/>
        </p:spPr>
        <p:txBody>
          <a:bodyPr wrap="square" lIns="0" tIns="0" rIns="0" bIns="0" rtlCol="0" anchor="ctr"/>
          <a:lstStyle/>
          <a:p>
            <a:pPr marL="0" indent="0" algn="ctr">
              <a:buNone/>
            </a:pPr>
            <a:r>
              <a:rPr lang="en-US" sz="1800" b="1" dirty="0">
                <a:solidFill>
                  <a:srgbClr val="FFFFFF"/>
                </a:solidFill>
              </a:rPr>
              <a:t>Q1</a:t>
            </a:r>
            <a:endParaRPr lang="en-US" sz="1800" dirty="0"/>
          </a:p>
        </p:txBody>
      </p:sp>
      <p:sp>
        <p:nvSpPr>
          <p:cNvPr id="9" name="Text 7"/>
          <p:cNvSpPr/>
          <p:nvPr/>
        </p:nvSpPr>
        <p:spPr>
          <a:xfrm>
            <a:off x="1261872" y="1161288"/>
            <a:ext cx="7315200" cy="8686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How can a differential privacy module using Laplace and Gaussian mechanisms be implemented to provide provable ε-differential privacy guarantees for query outputs on uploaded datasets?</a:t>
            </a:r>
            <a:endParaRPr lang="en-US" sz="1800" dirty="0"/>
          </a:p>
        </p:txBody>
      </p:sp>
      <p:sp>
        <p:nvSpPr>
          <p:cNvPr id="10" name="Shape 8"/>
          <p:cNvSpPr/>
          <p:nvPr/>
        </p:nvSpPr>
        <p:spPr>
          <a:xfrm>
            <a:off x="365760" y="2286000"/>
            <a:ext cx="8412480" cy="1143000"/>
          </a:xfrm>
          <a:prstGeom prst="rect">
            <a:avLst/>
          </a:prstGeom>
          <a:solidFill>
            <a:srgbClr val="F2F2F2"/>
          </a:solidFill>
          <a:ln w="6350">
            <a:solidFill>
              <a:srgbClr val="CCCCCC"/>
            </a:solidFill>
            <a:prstDash val="solid"/>
          </a:ln>
        </p:spPr>
      </p:sp>
      <p:sp>
        <p:nvSpPr>
          <p:cNvPr id="11" name="Shape 9"/>
          <p:cNvSpPr/>
          <p:nvPr/>
        </p:nvSpPr>
        <p:spPr>
          <a:xfrm>
            <a:off x="365760" y="2286000"/>
            <a:ext cx="749808" cy="1143000"/>
          </a:xfrm>
          <a:prstGeom prst="rect">
            <a:avLst/>
          </a:prstGeom>
          <a:solidFill>
            <a:srgbClr val="1A3A5C"/>
          </a:solidFill>
          <a:ln w="12700">
            <a:solidFill>
              <a:srgbClr val="1A3A5C"/>
            </a:solidFill>
            <a:prstDash val="solid"/>
          </a:ln>
        </p:spPr>
      </p:sp>
      <p:sp>
        <p:nvSpPr>
          <p:cNvPr id="12" name="Text 10"/>
          <p:cNvSpPr/>
          <p:nvPr/>
        </p:nvSpPr>
        <p:spPr>
          <a:xfrm>
            <a:off x="365760" y="2286000"/>
            <a:ext cx="749808" cy="1143000"/>
          </a:xfrm>
          <a:prstGeom prst="rect">
            <a:avLst/>
          </a:prstGeom>
          <a:noFill/>
          <a:ln/>
        </p:spPr>
        <p:txBody>
          <a:bodyPr wrap="square" lIns="0" tIns="0" rIns="0" bIns="0" rtlCol="0" anchor="ctr"/>
          <a:lstStyle/>
          <a:p>
            <a:pPr marL="0" indent="0" algn="ctr">
              <a:buNone/>
            </a:pPr>
            <a:r>
              <a:rPr lang="en-US" sz="1800" b="1" dirty="0">
                <a:solidFill>
                  <a:srgbClr val="FFFFFF"/>
                </a:solidFill>
              </a:rPr>
              <a:t>Q2</a:t>
            </a:r>
            <a:endParaRPr lang="en-US" sz="1800" dirty="0"/>
          </a:p>
        </p:txBody>
      </p:sp>
      <p:sp>
        <p:nvSpPr>
          <p:cNvPr id="13" name="Text 11"/>
          <p:cNvSpPr/>
          <p:nvPr/>
        </p:nvSpPr>
        <p:spPr>
          <a:xfrm>
            <a:off x="1261872" y="2423160"/>
            <a:ext cx="7315200" cy="8686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How can a web-based platform be designed to enable organisations to apply differential privacy and k-anonymity transformations to uploaded datasets and download compliant anonymised outputs?</a:t>
            </a:r>
            <a:endParaRPr lang="en-US" sz="1800" dirty="0"/>
          </a:p>
        </p:txBody>
      </p:sp>
      <p:sp>
        <p:nvSpPr>
          <p:cNvPr id="14" name="Shape 12"/>
          <p:cNvSpPr/>
          <p:nvPr/>
        </p:nvSpPr>
        <p:spPr>
          <a:xfrm>
            <a:off x="365760" y="3547872"/>
            <a:ext cx="8412480" cy="1143000"/>
          </a:xfrm>
          <a:prstGeom prst="rect">
            <a:avLst/>
          </a:prstGeom>
          <a:solidFill>
            <a:srgbClr val="FFFFFF"/>
          </a:solidFill>
          <a:ln w="6350">
            <a:solidFill>
              <a:srgbClr val="CCCCCC"/>
            </a:solidFill>
            <a:prstDash val="solid"/>
          </a:ln>
        </p:spPr>
      </p:sp>
      <p:sp>
        <p:nvSpPr>
          <p:cNvPr id="15" name="Shape 13"/>
          <p:cNvSpPr/>
          <p:nvPr/>
        </p:nvSpPr>
        <p:spPr>
          <a:xfrm>
            <a:off x="365760" y="3547872"/>
            <a:ext cx="749808" cy="1143000"/>
          </a:xfrm>
          <a:prstGeom prst="rect">
            <a:avLst/>
          </a:prstGeom>
          <a:solidFill>
            <a:srgbClr val="1A3A5C"/>
          </a:solidFill>
          <a:ln w="12700">
            <a:solidFill>
              <a:srgbClr val="1A3A5C"/>
            </a:solidFill>
            <a:prstDash val="solid"/>
          </a:ln>
        </p:spPr>
      </p:sp>
      <p:sp>
        <p:nvSpPr>
          <p:cNvPr id="16" name="Text 14"/>
          <p:cNvSpPr/>
          <p:nvPr/>
        </p:nvSpPr>
        <p:spPr>
          <a:xfrm>
            <a:off x="365760" y="3547872"/>
            <a:ext cx="749808" cy="1143000"/>
          </a:xfrm>
          <a:prstGeom prst="rect">
            <a:avLst/>
          </a:prstGeom>
          <a:noFill/>
          <a:ln/>
        </p:spPr>
        <p:txBody>
          <a:bodyPr wrap="square" lIns="0" tIns="0" rIns="0" bIns="0" rtlCol="0" anchor="ctr"/>
          <a:lstStyle/>
          <a:p>
            <a:pPr marL="0" indent="0" algn="ctr">
              <a:buNone/>
            </a:pPr>
            <a:r>
              <a:rPr lang="en-US" sz="1800" b="1" dirty="0">
                <a:solidFill>
                  <a:srgbClr val="FFFFFF"/>
                </a:solidFill>
              </a:rPr>
              <a:t>Q3</a:t>
            </a:r>
            <a:endParaRPr lang="en-US" sz="1800" dirty="0"/>
          </a:p>
        </p:txBody>
      </p:sp>
      <p:sp>
        <p:nvSpPr>
          <p:cNvPr id="17" name="Text 15"/>
          <p:cNvSpPr/>
          <p:nvPr/>
        </p:nvSpPr>
        <p:spPr>
          <a:xfrm>
            <a:off x="1261872" y="3685032"/>
            <a:ext cx="7315200" cy="868680"/>
          </a:xfrm>
          <a:prstGeom prst="rect">
            <a:avLst/>
          </a:prstGeom>
          <a:noFill/>
          <a:ln/>
        </p:spPr>
        <p:txBody>
          <a:bodyPr wrap="square" rtlCol="0" anchor="ctr"/>
          <a:lstStyle/>
          <a:p>
            <a:pPr marL="0" indent="0">
              <a:buNone/>
            </a:pPr>
            <a:r>
              <a:rPr lang="en-US" sz="1800" dirty="0">
                <a:solidFill>
                  <a:srgbClr val="000000"/>
                </a:solidFill>
                <a:latin typeface="Calibri" pitchFamily="34" charset="0"/>
                <a:ea typeface="Calibri" pitchFamily="34" charset="-122"/>
                <a:cs typeface="Calibri" pitchFamily="34" charset="-120"/>
              </a:rPr>
              <a:t>How accurately does the platform preserve privacy guarantees and data utility, and how consistently does it enforce k-anonymity compliance on benchmark datasets?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Scope of the Study</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07 / 14</a:t>
            </a:r>
            <a:endParaRPr lang="en-US" sz="1100" dirty="0"/>
          </a:p>
        </p:txBody>
      </p:sp>
      <p:sp>
        <p:nvSpPr>
          <p:cNvPr id="6" name="Text 4"/>
          <p:cNvSpPr/>
          <p:nvPr/>
        </p:nvSpPr>
        <p:spPr>
          <a:xfrm>
            <a:off x="365760" y="987552"/>
            <a:ext cx="8412480" cy="658368"/>
          </a:xfrm>
          <a:prstGeom prst="rect">
            <a:avLst/>
          </a:prstGeom>
          <a:noFill/>
          <a:ln/>
        </p:spPr>
        <p:txBody>
          <a:bodyPr wrap="square" rtlCol="0" anchor="ctr"/>
          <a:lstStyle/>
          <a:p>
            <a:pPr marL="0" indent="0">
              <a:buNone/>
            </a:pPr>
            <a:r>
              <a:rPr lang="en-US" sz="2000" dirty="0">
                <a:solidFill>
                  <a:srgbClr val="000000"/>
                </a:solidFill>
                <a:latin typeface="Calibri" pitchFamily="34" charset="0"/>
                <a:ea typeface="Calibri" pitchFamily="34" charset="-122"/>
                <a:cs typeface="Calibri" pitchFamily="34" charset="-120"/>
              </a:rPr>
              <a:t>This study covers the design and development of a web-based Privacy-Preserving Data Analytics Platform for single-organisation use. Key inclusions:</a:t>
            </a:r>
            <a:endParaRPr lang="en-US" sz="2000" dirty="0"/>
          </a:p>
        </p:txBody>
      </p:sp>
      <p:sp>
        <p:nvSpPr>
          <p:cNvPr id="7" name="Shape 5"/>
          <p:cNvSpPr/>
          <p:nvPr/>
        </p:nvSpPr>
        <p:spPr>
          <a:xfrm>
            <a:off x="365760" y="1755648"/>
            <a:ext cx="4114800" cy="896112"/>
          </a:xfrm>
          <a:prstGeom prst="rect">
            <a:avLst/>
          </a:prstGeom>
          <a:solidFill>
            <a:srgbClr val="F2F2F2"/>
          </a:solidFill>
          <a:ln w="6350">
            <a:solidFill>
              <a:srgbClr val="CCCCCC"/>
            </a:solidFill>
            <a:prstDash val="solid"/>
          </a:ln>
        </p:spPr>
      </p:sp>
      <p:sp>
        <p:nvSpPr>
          <p:cNvPr id="8" name="Shape 6"/>
          <p:cNvSpPr/>
          <p:nvPr/>
        </p:nvSpPr>
        <p:spPr>
          <a:xfrm>
            <a:off x="365760" y="1755648"/>
            <a:ext cx="54864" cy="896112"/>
          </a:xfrm>
          <a:prstGeom prst="rect">
            <a:avLst/>
          </a:prstGeom>
          <a:solidFill>
            <a:srgbClr val="1A3A5C"/>
          </a:solidFill>
          <a:ln w="12700">
            <a:solidFill>
              <a:srgbClr val="1A3A5C"/>
            </a:solidFill>
            <a:prstDash val="solid"/>
          </a:ln>
        </p:spPr>
      </p:sp>
      <p:sp>
        <p:nvSpPr>
          <p:cNvPr id="9" name="Text 7"/>
          <p:cNvSpPr/>
          <p:nvPr/>
        </p:nvSpPr>
        <p:spPr>
          <a:xfrm>
            <a:off x="530352" y="1828800"/>
            <a:ext cx="3840480" cy="749808"/>
          </a:xfrm>
          <a:prstGeom prst="rect">
            <a:avLst/>
          </a:prstGeom>
          <a:noFill/>
          <a:ln/>
        </p:spPr>
        <p:txBody>
          <a:bodyPr wrap="square" rtlCol="0" anchor="ctr"/>
          <a:lstStyle/>
          <a:p>
            <a:pPr marL="0" indent="0">
              <a:buNone/>
            </a:pPr>
            <a:r>
              <a:rPr lang="en-US" sz="1600" dirty="0">
                <a:solidFill>
                  <a:srgbClr val="000000"/>
                </a:solidFill>
                <a:latin typeface="Calibri" pitchFamily="34" charset="0"/>
                <a:ea typeface="Calibri" pitchFamily="34" charset="-122"/>
                <a:cs typeface="Calibri" pitchFamily="34" charset="-120"/>
              </a:rPr>
              <a:t>Differential privacy (Laplace &amp; Gaussian mechanisms) applied to numerical dataset queries</a:t>
            </a:r>
            <a:endParaRPr lang="en-US" sz="1600" dirty="0"/>
          </a:p>
        </p:txBody>
      </p:sp>
      <p:sp>
        <p:nvSpPr>
          <p:cNvPr id="10" name="Shape 8"/>
          <p:cNvSpPr/>
          <p:nvPr/>
        </p:nvSpPr>
        <p:spPr>
          <a:xfrm>
            <a:off x="4663440" y="1755648"/>
            <a:ext cx="4114800" cy="896112"/>
          </a:xfrm>
          <a:prstGeom prst="rect">
            <a:avLst/>
          </a:prstGeom>
          <a:solidFill>
            <a:srgbClr val="F2F2F2"/>
          </a:solidFill>
          <a:ln w="6350">
            <a:solidFill>
              <a:srgbClr val="CCCCCC"/>
            </a:solidFill>
            <a:prstDash val="solid"/>
          </a:ln>
        </p:spPr>
      </p:sp>
      <p:sp>
        <p:nvSpPr>
          <p:cNvPr id="11" name="Shape 9"/>
          <p:cNvSpPr/>
          <p:nvPr/>
        </p:nvSpPr>
        <p:spPr>
          <a:xfrm>
            <a:off x="4663440" y="1755648"/>
            <a:ext cx="54864" cy="896112"/>
          </a:xfrm>
          <a:prstGeom prst="rect">
            <a:avLst/>
          </a:prstGeom>
          <a:solidFill>
            <a:srgbClr val="1A3A5C"/>
          </a:solidFill>
          <a:ln w="12700">
            <a:solidFill>
              <a:srgbClr val="1A3A5C"/>
            </a:solidFill>
            <a:prstDash val="solid"/>
          </a:ln>
        </p:spPr>
      </p:sp>
      <p:sp>
        <p:nvSpPr>
          <p:cNvPr id="12" name="Text 10"/>
          <p:cNvSpPr/>
          <p:nvPr/>
        </p:nvSpPr>
        <p:spPr>
          <a:xfrm>
            <a:off x="4828032" y="1828800"/>
            <a:ext cx="3840480" cy="749808"/>
          </a:xfrm>
          <a:prstGeom prst="rect">
            <a:avLst/>
          </a:prstGeom>
          <a:noFill/>
          <a:ln/>
        </p:spPr>
        <p:txBody>
          <a:bodyPr wrap="square" rtlCol="0" anchor="ctr"/>
          <a:lstStyle/>
          <a:p>
            <a:pPr marL="0" indent="0">
              <a:buNone/>
            </a:pPr>
            <a:r>
              <a:rPr lang="en-US" sz="1600" dirty="0">
                <a:solidFill>
                  <a:srgbClr val="000000"/>
                </a:solidFill>
                <a:latin typeface="Calibri" pitchFamily="34" charset="0"/>
                <a:ea typeface="Calibri" pitchFamily="34" charset="-122"/>
                <a:cs typeface="Calibri" pitchFamily="34" charset="-120"/>
              </a:rPr>
              <a:t>k-Anonymity enforcement through generalisation and suppression of quasi-identifiers</a:t>
            </a:r>
            <a:endParaRPr lang="en-US" sz="1600" dirty="0"/>
          </a:p>
        </p:txBody>
      </p:sp>
      <p:sp>
        <p:nvSpPr>
          <p:cNvPr id="13" name="Shape 11"/>
          <p:cNvSpPr/>
          <p:nvPr/>
        </p:nvSpPr>
        <p:spPr>
          <a:xfrm>
            <a:off x="365760" y="2779776"/>
            <a:ext cx="4114800" cy="896112"/>
          </a:xfrm>
          <a:prstGeom prst="rect">
            <a:avLst/>
          </a:prstGeom>
          <a:solidFill>
            <a:srgbClr val="F2F2F2"/>
          </a:solidFill>
          <a:ln w="6350">
            <a:solidFill>
              <a:srgbClr val="CCCCCC"/>
            </a:solidFill>
            <a:prstDash val="solid"/>
          </a:ln>
        </p:spPr>
      </p:sp>
      <p:sp>
        <p:nvSpPr>
          <p:cNvPr id="14" name="Shape 12"/>
          <p:cNvSpPr/>
          <p:nvPr/>
        </p:nvSpPr>
        <p:spPr>
          <a:xfrm>
            <a:off x="365760" y="2779776"/>
            <a:ext cx="54864" cy="896112"/>
          </a:xfrm>
          <a:prstGeom prst="rect">
            <a:avLst/>
          </a:prstGeom>
          <a:solidFill>
            <a:srgbClr val="1A3A5C"/>
          </a:solidFill>
          <a:ln w="12700">
            <a:solidFill>
              <a:srgbClr val="1A3A5C"/>
            </a:solidFill>
            <a:prstDash val="solid"/>
          </a:ln>
        </p:spPr>
      </p:sp>
      <p:sp>
        <p:nvSpPr>
          <p:cNvPr id="15" name="Text 13"/>
          <p:cNvSpPr/>
          <p:nvPr/>
        </p:nvSpPr>
        <p:spPr>
          <a:xfrm>
            <a:off x="530352" y="2852928"/>
            <a:ext cx="3840480" cy="749808"/>
          </a:xfrm>
          <a:prstGeom prst="rect">
            <a:avLst/>
          </a:prstGeom>
          <a:noFill/>
          <a:ln/>
        </p:spPr>
        <p:txBody>
          <a:bodyPr wrap="square" rtlCol="0" anchor="ctr"/>
          <a:lstStyle/>
          <a:p>
            <a:pPr marL="0" indent="0">
              <a:buNone/>
            </a:pPr>
            <a:r>
              <a:rPr lang="en-US" sz="1600" dirty="0">
                <a:solidFill>
                  <a:srgbClr val="000000"/>
                </a:solidFill>
                <a:latin typeface="Calibri" pitchFamily="34" charset="0"/>
                <a:ea typeface="Calibri" pitchFamily="34" charset="-122"/>
                <a:cs typeface="Calibri" pitchFamily="34" charset="-120"/>
              </a:rPr>
              <a:t>CSV/Excel dataset upload with column classification (identifier, quasi-identifier, sensitive)</a:t>
            </a:r>
            <a:endParaRPr lang="en-US" sz="1600" dirty="0"/>
          </a:p>
        </p:txBody>
      </p:sp>
      <p:sp>
        <p:nvSpPr>
          <p:cNvPr id="16" name="Shape 14"/>
          <p:cNvSpPr/>
          <p:nvPr/>
        </p:nvSpPr>
        <p:spPr>
          <a:xfrm>
            <a:off x="4663440" y="2779776"/>
            <a:ext cx="4114800" cy="896112"/>
          </a:xfrm>
          <a:prstGeom prst="rect">
            <a:avLst/>
          </a:prstGeom>
          <a:solidFill>
            <a:srgbClr val="F2F2F2"/>
          </a:solidFill>
          <a:ln w="6350">
            <a:solidFill>
              <a:srgbClr val="CCCCCC"/>
            </a:solidFill>
            <a:prstDash val="solid"/>
          </a:ln>
        </p:spPr>
      </p:sp>
      <p:sp>
        <p:nvSpPr>
          <p:cNvPr id="17" name="Shape 15"/>
          <p:cNvSpPr/>
          <p:nvPr/>
        </p:nvSpPr>
        <p:spPr>
          <a:xfrm>
            <a:off x="4663440" y="2779776"/>
            <a:ext cx="54864" cy="896112"/>
          </a:xfrm>
          <a:prstGeom prst="rect">
            <a:avLst/>
          </a:prstGeom>
          <a:solidFill>
            <a:srgbClr val="1A3A5C"/>
          </a:solidFill>
          <a:ln w="12700">
            <a:solidFill>
              <a:srgbClr val="1A3A5C"/>
            </a:solidFill>
            <a:prstDash val="solid"/>
          </a:ln>
        </p:spPr>
      </p:sp>
      <p:sp>
        <p:nvSpPr>
          <p:cNvPr id="18" name="Text 16"/>
          <p:cNvSpPr/>
          <p:nvPr/>
        </p:nvSpPr>
        <p:spPr>
          <a:xfrm>
            <a:off x="4828032" y="2852928"/>
            <a:ext cx="3840480" cy="749808"/>
          </a:xfrm>
          <a:prstGeom prst="rect">
            <a:avLst/>
          </a:prstGeom>
          <a:noFill/>
          <a:ln/>
        </p:spPr>
        <p:txBody>
          <a:bodyPr wrap="square" rtlCol="0" anchor="ctr"/>
          <a:lstStyle/>
          <a:p>
            <a:pPr marL="0" indent="0">
              <a:buNone/>
            </a:pPr>
            <a:r>
              <a:rPr lang="en-US" sz="1600" dirty="0">
                <a:solidFill>
                  <a:srgbClr val="000000"/>
                </a:solidFill>
                <a:latin typeface="Calibri" pitchFamily="34" charset="0"/>
                <a:ea typeface="Calibri" pitchFamily="34" charset="-122"/>
                <a:cs typeface="Calibri" pitchFamily="34" charset="-120"/>
              </a:rPr>
              <a:t>Privacy budget (ε) configuration and utility–privacy trade-off visualisation</a:t>
            </a:r>
            <a:endParaRPr lang="en-US" sz="1600" dirty="0"/>
          </a:p>
        </p:txBody>
      </p:sp>
      <p:sp>
        <p:nvSpPr>
          <p:cNvPr id="19" name="Shape 17"/>
          <p:cNvSpPr/>
          <p:nvPr/>
        </p:nvSpPr>
        <p:spPr>
          <a:xfrm>
            <a:off x="365760" y="3803904"/>
            <a:ext cx="4114800" cy="896112"/>
          </a:xfrm>
          <a:prstGeom prst="rect">
            <a:avLst/>
          </a:prstGeom>
          <a:solidFill>
            <a:srgbClr val="F2F2F2"/>
          </a:solidFill>
          <a:ln w="6350">
            <a:solidFill>
              <a:srgbClr val="CCCCCC"/>
            </a:solidFill>
            <a:prstDash val="solid"/>
          </a:ln>
        </p:spPr>
      </p:sp>
      <p:sp>
        <p:nvSpPr>
          <p:cNvPr id="20" name="Shape 18"/>
          <p:cNvSpPr/>
          <p:nvPr/>
        </p:nvSpPr>
        <p:spPr>
          <a:xfrm>
            <a:off x="365760" y="3803904"/>
            <a:ext cx="54864" cy="896112"/>
          </a:xfrm>
          <a:prstGeom prst="rect">
            <a:avLst/>
          </a:prstGeom>
          <a:solidFill>
            <a:srgbClr val="1A3A5C"/>
          </a:solidFill>
          <a:ln w="12700">
            <a:solidFill>
              <a:srgbClr val="1A3A5C"/>
            </a:solidFill>
            <a:prstDash val="solid"/>
          </a:ln>
        </p:spPr>
      </p:sp>
      <p:sp>
        <p:nvSpPr>
          <p:cNvPr id="21" name="Text 19"/>
          <p:cNvSpPr/>
          <p:nvPr/>
        </p:nvSpPr>
        <p:spPr>
          <a:xfrm>
            <a:off x="530352" y="3877056"/>
            <a:ext cx="3840480" cy="749808"/>
          </a:xfrm>
          <a:prstGeom prst="rect">
            <a:avLst/>
          </a:prstGeom>
          <a:noFill/>
          <a:ln/>
        </p:spPr>
        <p:txBody>
          <a:bodyPr wrap="square" rtlCol="0" anchor="ctr"/>
          <a:lstStyle/>
          <a:p>
            <a:pPr marL="0" indent="0">
              <a:buNone/>
            </a:pPr>
            <a:r>
              <a:rPr lang="en-US" sz="1600" dirty="0">
                <a:solidFill>
                  <a:srgbClr val="000000"/>
                </a:solidFill>
                <a:latin typeface="Calibri" pitchFamily="34" charset="0"/>
                <a:ea typeface="Calibri" pitchFamily="34" charset="-122"/>
                <a:cs typeface="Calibri" pitchFamily="34" charset="-120"/>
              </a:rPr>
              <a:t>Anonymised dataset export (CSV) with compliance report</a:t>
            </a:r>
            <a:endParaRPr lang="en-US" sz="1600" dirty="0"/>
          </a:p>
        </p:txBody>
      </p:sp>
      <p:sp>
        <p:nvSpPr>
          <p:cNvPr id="22" name="Shape 20"/>
          <p:cNvSpPr/>
          <p:nvPr/>
        </p:nvSpPr>
        <p:spPr>
          <a:xfrm>
            <a:off x="4663440" y="3803904"/>
            <a:ext cx="4114800" cy="896112"/>
          </a:xfrm>
          <a:prstGeom prst="rect">
            <a:avLst/>
          </a:prstGeom>
          <a:solidFill>
            <a:srgbClr val="F2F2F2"/>
          </a:solidFill>
          <a:ln w="6350">
            <a:solidFill>
              <a:srgbClr val="CCCCCC"/>
            </a:solidFill>
            <a:prstDash val="solid"/>
          </a:ln>
        </p:spPr>
      </p:sp>
      <p:sp>
        <p:nvSpPr>
          <p:cNvPr id="23" name="Shape 21"/>
          <p:cNvSpPr/>
          <p:nvPr/>
        </p:nvSpPr>
        <p:spPr>
          <a:xfrm>
            <a:off x="4663440" y="3803904"/>
            <a:ext cx="54864" cy="896112"/>
          </a:xfrm>
          <a:prstGeom prst="rect">
            <a:avLst/>
          </a:prstGeom>
          <a:solidFill>
            <a:srgbClr val="1A3A5C"/>
          </a:solidFill>
          <a:ln w="12700">
            <a:solidFill>
              <a:srgbClr val="1A3A5C"/>
            </a:solidFill>
            <a:prstDash val="solid"/>
          </a:ln>
        </p:spPr>
      </p:sp>
      <p:sp>
        <p:nvSpPr>
          <p:cNvPr id="24" name="Text 22"/>
          <p:cNvSpPr/>
          <p:nvPr/>
        </p:nvSpPr>
        <p:spPr>
          <a:xfrm>
            <a:off x="4828032" y="3877056"/>
            <a:ext cx="3840480" cy="749808"/>
          </a:xfrm>
          <a:prstGeom prst="rect">
            <a:avLst/>
          </a:prstGeom>
          <a:noFill/>
          <a:ln/>
        </p:spPr>
        <p:txBody>
          <a:bodyPr wrap="square" rtlCol="0" anchor="ctr"/>
          <a:lstStyle/>
          <a:p>
            <a:pPr marL="0" indent="0">
              <a:buNone/>
            </a:pPr>
            <a:r>
              <a:rPr lang="en-US" sz="1600" dirty="0">
                <a:solidFill>
                  <a:srgbClr val="000000"/>
                </a:solidFill>
                <a:latin typeface="Calibri" pitchFamily="34" charset="0"/>
                <a:ea typeface="Calibri" pitchFamily="34" charset="-122"/>
                <a:cs typeface="Calibri" pitchFamily="34" charset="-120"/>
              </a:rPr>
              <a:t>Pilot evaluation on publicly available benchmark datasets (Adult, Medical)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Significance of the Study  (1/2)</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08 / 14</a:t>
            </a:r>
            <a:endParaRPr lang="en-US" sz="1100" dirty="0"/>
          </a:p>
        </p:txBody>
      </p:sp>
      <p:sp>
        <p:nvSpPr>
          <p:cNvPr id="6" name="Shape 4"/>
          <p:cNvSpPr/>
          <p:nvPr/>
        </p:nvSpPr>
        <p:spPr>
          <a:xfrm>
            <a:off x="365760" y="1024128"/>
            <a:ext cx="2697480" cy="3767328"/>
          </a:xfrm>
          <a:prstGeom prst="rect">
            <a:avLst/>
          </a:prstGeom>
          <a:solidFill>
            <a:srgbClr val="F2F2F2"/>
          </a:solidFill>
          <a:ln w="10160">
            <a:solidFill>
              <a:srgbClr val="CCCCCC"/>
            </a:solidFill>
            <a:prstDash val="solid"/>
          </a:ln>
        </p:spPr>
      </p:sp>
      <p:sp>
        <p:nvSpPr>
          <p:cNvPr id="7" name="Shape 5"/>
          <p:cNvSpPr/>
          <p:nvPr/>
        </p:nvSpPr>
        <p:spPr>
          <a:xfrm>
            <a:off x="365760" y="4736592"/>
            <a:ext cx="2697480" cy="54864"/>
          </a:xfrm>
          <a:prstGeom prst="rect">
            <a:avLst/>
          </a:prstGeom>
          <a:solidFill>
            <a:srgbClr val="1A3A5C"/>
          </a:solidFill>
          <a:ln w="12700">
            <a:solidFill>
              <a:srgbClr val="1A3A5C"/>
            </a:solidFill>
            <a:prstDash val="solid"/>
          </a:ln>
        </p:spPr>
      </p:sp>
      <p:sp>
        <p:nvSpPr>
          <p:cNvPr id="8" name="Text 6"/>
          <p:cNvSpPr/>
          <p:nvPr/>
        </p:nvSpPr>
        <p:spPr>
          <a:xfrm>
            <a:off x="502920" y="1115568"/>
            <a:ext cx="502920" cy="411480"/>
          </a:xfrm>
          <a:prstGeom prst="rect">
            <a:avLst/>
          </a:prstGeom>
          <a:noFill/>
          <a:ln/>
        </p:spPr>
        <p:txBody>
          <a:bodyPr wrap="square" lIns="0" tIns="0" rIns="0" bIns="0" rtlCol="0" anchor="ctr"/>
          <a:lstStyle/>
          <a:p>
            <a:pPr marL="0" indent="0">
              <a:buNone/>
            </a:pPr>
            <a:r>
              <a:rPr lang="en-US" sz="2200" b="1" dirty="0">
                <a:solidFill>
                  <a:srgbClr val="1A3A5C"/>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502920" y="1572768"/>
            <a:ext cx="2423160" cy="475488"/>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Privacy-Compliant Data Sharing</a:t>
            </a:r>
            <a:endParaRPr lang="en-US" sz="1500" dirty="0"/>
          </a:p>
        </p:txBody>
      </p:sp>
      <p:sp>
        <p:nvSpPr>
          <p:cNvPr id="10" name="Shape 8"/>
          <p:cNvSpPr/>
          <p:nvPr/>
        </p:nvSpPr>
        <p:spPr>
          <a:xfrm>
            <a:off x="502920" y="2084832"/>
            <a:ext cx="2423160" cy="18288"/>
          </a:xfrm>
          <a:prstGeom prst="rect">
            <a:avLst/>
          </a:prstGeom>
          <a:solidFill>
            <a:srgbClr val="CCCCCC"/>
          </a:solidFill>
          <a:ln w="12700">
            <a:solidFill>
              <a:srgbClr val="CCCCCC"/>
            </a:solidFill>
            <a:prstDash val="solid"/>
          </a:ln>
        </p:spPr>
      </p:sp>
      <p:sp>
        <p:nvSpPr>
          <p:cNvPr id="11" name="Text 9"/>
          <p:cNvSpPr/>
          <p:nvPr/>
        </p:nvSpPr>
        <p:spPr>
          <a:xfrm>
            <a:off x="502920" y="2176272"/>
            <a:ext cx="2423160" cy="2542032"/>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Enables Zambian organisations to share research and operational datasets without exposing personal records, supporting compliance with the Data Protection Act and GDPR.</a:t>
            </a:r>
            <a:endParaRPr lang="en-US" sz="1500" dirty="0"/>
          </a:p>
        </p:txBody>
      </p:sp>
      <p:sp>
        <p:nvSpPr>
          <p:cNvPr id="12" name="Shape 10"/>
          <p:cNvSpPr/>
          <p:nvPr/>
        </p:nvSpPr>
        <p:spPr>
          <a:xfrm>
            <a:off x="3246120" y="1024128"/>
            <a:ext cx="2697480" cy="3767328"/>
          </a:xfrm>
          <a:prstGeom prst="rect">
            <a:avLst/>
          </a:prstGeom>
          <a:solidFill>
            <a:srgbClr val="F2F2F2"/>
          </a:solidFill>
          <a:ln w="10160">
            <a:solidFill>
              <a:srgbClr val="CCCCCC"/>
            </a:solidFill>
            <a:prstDash val="solid"/>
          </a:ln>
        </p:spPr>
      </p:sp>
      <p:sp>
        <p:nvSpPr>
          <p:cNvPr id="13" name="Shape 11"/>
          <p:cNvSpPr/>
          <p:nvPr/>
        </p:nvSpPr>
        <p:spPr>
          <a:xfrm>
            <a:off x="3246120" y="4736592"/>
            <a:ext cx="2697480" cy="54864"/>
          </a:xfrm>
          <a:prstGeom prst="rect">
            <a:avLst/>
          </a:prstGeom>
          <a:solidFill>
            <a:srgbClr val="1A3A5C"/>
          </a:solidFill>
          <a:ln w="12700">
            <a:solidFill>
              <a:srgbClr val="1A3A5C"/>
            </a:solidFill>
            <a:prstDash val="solid"/>
          </a:ln>
        </p:spPr>
      </p:sp>
      <p:sp>
        <p:nvSpPr>
          <p:cNvPr id="14" name="Text 12"/>
          <p:cNvSpPr/>
          <p:nvPr/>
        </p:nvSpPr>
        <p:spPr>
          <a:xfrm>
            <a:off x="3383280" y="1115568"/>
            <a:ext cx="502920" cy="411480"/>
          </a:xfrm>
          <a:prstGeom prst="rect">
            <a:avLst/>
          </a:prstGeom>
          <a:noFill/>
          <a:ln/>
        </p:spPr>
        <p:txBody>
          <a:bodyPr wrap="square" lIns="0" tIns="0" rIns="0" bIns="0" rtlCol="0" anchor="ctr"/>
          <a:lstStyle/>
          <a:p>
            <a:pPr marL="0" indent="0">
              <a:buNone/>
            </a:pPr>
            <a:r>
              <a:rPr lang="en-US" sz="2200" b="1" dirty="0">
                <a:solidFill>
                  <a:srgbClr val="1A3A5C"/>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3383280" y="1572768"/>
            <a:ext cx="2423160" cy="475488"/>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Quantified Privacy Guarantees</a:t>
            </a:r>
            <a:endParaRPr lang="en-US" sz="1500" dirty="0"/>
          </a:p>
        </p:txBody>
      </p:sp>
      <p:sp>
        <p:nvSpPr>
          <p:cNvPr id="16" name="Shape 14"/>
          <p:cNvSpPr/>
          <p:nvPr/>
        </p:nvSpPr>
        <p:spPr>
          <a:xfrm>
            <a:off x="3383280" y="2084832"/>
            <a:ext cx="2423160" cy="18288"/>
          </a:xfrm>
          <a:prstGeom prst="rect">
            <a:avLst/>
          </a:prstGeom>
          <a:solidFill>
            <a:srgbClr val="CCCCCC"/>
          </a:solidFill>
          <a:ln w="12700">
            <a:solidFill>
              <a:srgbClr val="CCCCCC"/>
            </a:solidFill>
            <a:prstDash val="solid"/>
          </a:ln>
        </p:spPr>
      </p:sp>
      <p:sp>
        <p:nvSpPr>
          <p:cNvPr id="17" name="Text 15"/>
          <p:cNvSpPr/>
          <p:nvPr/>
        </p:nvSpPr>
        <p:spPr>
          <a:xfrm>
            <a:off x="3383280" y="2176272"/>
            <a:ext cx="2423160" cy="2542032"/>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Differential privacy's ε parameter provides a mathematically verifiable privacy budget — replacing vague 'anonymisation' claims with provable guarantees.</a:t>
            </a:r>
            <a:endParaRPr lang="en-US" sz="1500" dirty="0"/>
          </a:p>
        </p:txBody>
      </p:sp>
      <p:sp>
        <p:nvSpPr>
          <p:cNvPr id="18" name="Shape 16"/>
          <p:cNvSpPr/>
          <p:nvPr/>
        </p:nvSpPr>
        <p:spPr>
          <a:xfrm>
            <a:off x="6126480" y="1024128"/>
            <a:ext cx="2697480" cy="3767328"/>
          </a:xfrm>
          <a:prstGeom prst="rect">
            <a:avLst/>
          </a:prstGeom>
          <a:solidFill>
            <a:srgbClr val="F2F2F2"/>
          </a:solidFill>
          <a:ln w="10160">
            <a:solidFill>
              <a:srgbClr val="CCCCCC"/>
            </a:solidFill>
            <a:prstDash val="solid"/>
          </a:ln>
        </p:spPr>
      </p:sp>
      <p:sp>
        <p:nvSpPr>
          <p:cNvPr id="19" name="Shape 17"/>
          <p:cNvSpPr/>
          <p:nvPr/>
        </p:nvSpPr>
        <p:spPr>
          <a:xfrm>
            <a:off x="6126480" y="4736592"/>
            <a:ext cx="2697480" cy="54864"/>
          </a:xfrm>
          <a:prstGeom prst="rect">
            <a:avLst/>
          </a:prstGeom>
          <a:solidFill>
            <a:srgbClr val="1A3A5C"/>
          </a:solidFill>
          <a:ln w="12700">
            <a:solidFill>
              <a:srgbClr val="1A3A5C"/>
            </a:solidFill>
            <a:prstDash val="solid"/>
          </a:ln>
        </p:spPr>
      </p:sp>
      <p:sp>
        <p:nvSpPr>
          <p:cNvPr id="20" name="Text 18"/>
          <p:cNvSpPr/>
          <p:nvPr/>
        </p:nvSpPr>
        <p:spPr>
          <a:xfrm>
            <a:off x="6263640" y="1115568"/>
            <a:ext cx="502920" cy="411480"/>
          </a:xfrm>
          <a:prstGeom prst="rect">
            <a:avLst/>
          </a:prstGeom>
          <a:noFill/>
          <a:ln/>
        </p:spPr>
        <p:txBody>
          <a:bodyPr wrap="square" lIns="0" tIns="0" rIns="0" bIns="0" rtlCol="0" anchor="ctr"/>
          <a:lstStyle/>
          <a:p>
            <a:pPr marL="0" indent="0">
              <a:buNone/>
            </a:pPr>
            <a:r>
              <a:rPr lang="en-US" sz="2200" b="1" dirty="0">
                <a:solidFill>
                  <a:srgbClr val="1A3A5C"/>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6263640" y="1572768"/>
            <a:ext cx="2423160" cy="475488"/>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Preserved Data Utility</a:t>
            </a:r>
            <a:endParaRPr lang="en-US" sz="1500" dirty="0"/>
          </a:p>
        </p:txBody>
      </p:sp>
      <p:sp>
        <p:nvSpPr>
          <p:cNvPr id="22" name="Shape 20"/>
          <p:cNvSpPr/>
          <p:nvPr/>
        </p:nvSpPr>
        <p:spPr>
          <a:xfrm>
            <a:off x="6263640" y="2084832"/>
            <a:ext cx="2423160" cy="18288"/>
          </a:xfrm>
          <a:prstGeom prst="rect">
            <a:avLst/>
          </a:prstGeom>
          <a:solidFill>
            <a:srgbClr val="CCCCCC"/>
          </a:solidFill>
          <a:ln w="12700">
            <a:solidFill>
              <a:srgbClr val="CCCCCC"/>
            </a:solidFill>
            <a:prstDash val="solid"/>
          </a:ln>
        </p:spPr>
      </p:sp>
      <p:sp>
        <p:nvSpPr>
          <p:cNvPr id="23" name="Text 21"/>
          <p:cNvSpPr/>
          <p:nvPr/>
        </p:nvSpPr>
        <p:spPr>
          <a:xfrm>
            <a:off x="6263640" y="2176272"/>
            <a:ext cx="2423160" cy="2542032"/>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Unlike crude anonymisation that renders data useless, differential privacy and k-anonymity preserve statistical utility while eliminating re-identification risk.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Significance of the Study  (2/2)</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09 / 14</a:t>
            </a:r>
            <a:endParaRPr lang="en-US" sz="1100" dirty="0"/>
          </a:p>
        </p:txBody>
      </p:sp>
      <p:sp>
        <p:nvSpPr>
          <p:cNvPr id="6" name="Shape 4"/>
          <p:cNvSpPr/>
          <p:nvPr/>
        </p:nvSpPr>
        <p:spPr>
          <a:xfrm>
            <a:off x="365760" y="1024128"/>
            <a:ext cx="2697480" cy="3767328"/>
          </a:xfrm>
          <a:prstGeom prst="rect">
            <a:avLst/>
          </a:prstGeom>
          <a:solidFill>
            <a:srgbClr val="F2F2F2"/>
          </a:solidFill>
          <a:ln w="10160">
            <a:solidFill>
              <a:srgbClr val="CCCCCC"/>
            </a:solidFill>
            <a:prstDash val="solid"/>
          </a:ln>
        </p:spPr>
      </p:sp>
      <p:sp>
        <p:nvSpPr>
          <p:cNvPr id="7" name="Shape 5"/>
          <p:cNvSpPr/>
          <p:nvPr/>
        </p:nvSpPr>
        <p:spPr>
          <a:xfrm>
            <a:off x="365760" y="4736592"/>
            <a:ext cx="2697480" cy="54864"/>
          </a:xfrm>
          <a:prstGeom prst="rect">
            <a:avLst/>
          </a:prstGeom>
          <a:solidFill>
            <a:srgbClr val="1A3A5C"/>
          </a:solidFill>
          <a:ln w="12700">
            <a:solidFill>
              <a:srgbClr val="1A3A5C"/>
            </a:solidFill>
            <a:prstDash val="solid"/>
          </a:ln>
        </p:spPr>
      </p:sp>
      <p:sp>
        <p:nvSpPr>
          <p:cNvPr id="8" name="Text 6"/>
          <p:cNvSpPr/>
          <p:nvPr/>
        </p:nvSpPr>
        <p:spPr>
          <a:xfrm>
            <a:off x="502920" y="1115568"/>
            <a:ext cx="502920" cy="411480"/>
          </a:xfrm>
          <a:prstGeom prst="rect">
            <a:avLst/>
          </a:prstGeom>
          <a:noFill/>
          <a:ln/>
        </p:spPr>
        <p:txBody>
          <a:bodyPr wrap="square" lIns="0" tIns="0" rIns="0" bIns="0" rtlCol="0" anchor="ctr"/>
          <a:lstStyle/>
          <a:p>
            <a:pPr marL="0" indent="0">
              <a:buNone/>
            </a:pPr>
            <a:r>
              <a:rPr lang="en-US" sz="2200" b="1" dirty="0">
                <a:solidFill>
                  <a:srgbClr val="1A3A5C"/>
                </a:solidFill>
                <a:latin typeface="Calibri" pitchFamily="34" charset="0"/>
                <a:ea typeface="Calibri" pitchFamily="34" charset="-122"/>
                <a:cs typeface="Calibri" pitchFamily="34" charset="-120"/>
              </a:rPr>
              <a:t>04</a:t>
            </a:r>
            <a:endParaRPr lang="en-US" sz="2200" dirty="0"/>
          </a:p>
        </p:txBody>
      </p:sp>
      <p:sp>
        <p:nvSpPr>
          <p:cNvPr id="9" name="Text 7"/>
          <p:cNvSpPr/>
          <p:nvPr/>
        </p:nvSpPr>
        <p:spPr>
          <a:xfrm>
            <a:off x="502920" y="1572768"/>
            <a:ext cx="2423160" cy="475488"/>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Regulatory Alignment</a:t>
            </a:r>
            <a:endParaRPr lang="en-US" sz="1500" dirty="0"/>
          </a:p>
        </p:txBody>
      </p:sp>
      <p:sp>
        <p:nvSpPr>
          <p:cNvPr id="10" name="Shape 8"/>
          <p:cNvSpPr/>
          <p:nvPr/>
        </p:nvSpPr>
        <p:spPr>
          <a:xfrm>
            <a:off x="502920" y="2084832"/>
            <a:ext cx="2423160" cy="18288"/>
          </a:xfrm>
          <a:prstGeom prst="rect">
            <a:avLst/>
          </a:prstGeom>
          <a:solidFill>
            <a:srgbClr val="CCCCCC"/>
          </a:solidFill>
          <a:ln w="12700">
            <a:solidFill>
              <a:srgbClr val="CCCCCC"/>
            </a:solidFill>
            <a:prstDash val="solid"/>
          </a:ln>
        </p:spPr>
      </p:sp>
      <p:sp>
        <p:nvSpPr>
          <p:cNvPr id="11" name="Text 9"/>
          <p:cNvSpPr/>
          <p:nvPr/>
        </p:nvSpPr>
        <p:spPr>
          <a:xfrm>
            <a:off x="502920" y="2176272"/>
            <a:ext cx="2423160" cy="2542032"/>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Addresses Zambia's growing obligations under data protection legislation by providing a technically sound tool for compliant dataset publication and analytics.</a:t>
            </a:r>
            <a:endParaRPr lang="en-US" sz="1500" dirty="0"/>
          </a:p>
        </p:txBody>
      </p:sp>
      <p:sp>
        <p:nvSpPr>
          <p:cNvPr id="12" name="Shape 10"/>
          <p:cNvSpPr/>
          <p:nvPr/>
        </p:nvSpPr>
        <p:spPr>
          <a:xfrm>
            <a:off x="3246120" y="1024128"/>
            <a:ext cx="2697480" cy="3767328"/>
          </a:xfrm>
          <a:prstGeom prst="rect">
            <a:avLst/>
          </a:prstGeom>
          <a:solidFill>
            <a:srgbClr val="F2F2F2"/>
          </a:solidFill>
          <a:ln w="10160">
            <a:solidFill>
              <a:srgbClr val="CCCCCC"/>
            </a:solidFill>
            <a:prstDash val="solid"/>
          </a:ln>
        </p:spPr>
      </p:sp>
      <p:sp>
        <p:nvSpPr>
          <p:cNvPr id="13" name="Shape 11"/>
          <p:cNvSpPr/>
          <p:nvPr/>
        </p:nvSpPr>
        <p:spPr>
          <a:xfrm>
            <a:off x="3246120" y="4736592"/>
            <a:ext cx="2697480" cy="54864"/>
          </a:xfrm>
          <a:prstGeom prst="rect">
            <a:avLst/>
          </a:prstGeom>
          <a:solidFill>
            <a:srgbClr val="1A3A5C"/>
          </a:solidFill>
          <a:ln w="12700">
            <a:solidFill>
              <a:srgbClr val="1A3A5C"/>
            </a:solidFill>
            <a:prstDash val="solid"/>
          </a:ln>
        </p:spPr>
      </p:sp>
      <p:sp>
        <p:nvSpPr>
          <p:cNvPr id="14" name="Text 12"/>
          <p:cNvSpPr/>
          <p:nvPr/>
        </p:nvSpPr>
        <p:spPr>
          <a:xfrm>
            <a:off x="3383280" y="1115568"/>
            <a:ext cx="502920" cy="411480"/>
          </a:xfrm>
          <a:prstGeom prst="rect">
            <a:avLst/>
          </a:prstGeom>
          <a:noFill/>
          <a:ln/>
        </p:spPr>
        <p:txBody>
          <a:bodyPr wrap="square" lIns="0" tIns="0" rIns="0" bIns="0" rtlCol="0" anchor="ctr"/>
          <a:lstStyle/>
          <a:p>
            <a:pPr marL="0" indent="0">
              <a:buNone/>
            </a:pPr>
            <a:r>
              <a:rPr lang="en-US" sz="2200" b="1" dirty="0">
                <a:solidFill>
                  <a:srgbClr val="1A3A5C"/>
                </a:solidFill>
                <a:latin typeface="Calibri" pitchFamily="34" charset="0"/>
                <a:ea typeface="Calibri" pitchFamily="34" charset="-122"/>
                <a:cs typeface="Calibri" pitchFamily="34" charset="-120"/>
              </a:rPr>
              <a:t>05</a:t>
            </a:r>
            <a:endParaRPr lang="en-US" sz="2200" dirty="0"/>
          </a:p>
        </p:txBody>
      </p:sp>
      <p:sp>
        <p:nvSpPr>
          <p:cNvPr id="15" name="Text 13"/>
          <p:cNvSpPr/>
          <p:nvPr/>
        </p:nvSpPr>
        <p:spPr>
          <a:xfrm>
            <a:off x="3383280" y="1572768"/>
            <a:ext cx="2423160" cy="475488"/>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Research Enablement</a:t>
            </a:r>
            <a:endParaRPr lang="en-US" sz="1500" dirty="0"/>
          </a:p>
        </p:txBody>
      </p:sp>
      <p:sp>
        <p:nvSpPr>
          <p:cNvPr id="16" name="Shape 14"/>
          <p:cNvSpPr/>
          <p:nvPr/>
        </p:nvSpPr>
        <p:spPr>
          <a:xfrm>
            <a:off x="3383280" y="2084832"/>
            <a:ext cx="2423160" cy="18288"/>
          </a:xfrm>
          <a:prstGeom prst="rect">
            <a:avLst/>
          </a:prstGeom>
          <a:solidFill>
            <a:srgbClr val="CCCCCC"/>
          </a:solidFill>
          <a:ln w="12700">
            <a:solidFill>
              <a:srgbClr val="CCCCCC"/>
            </a:solidFill>
            <a:prstDash val="solid"/>
          </a:ln>
        </p:spPr>
      </p:sp>
      <p:sp>
        <p:nvSpPr>
          <p:cNvPr id="17" name="Text 15"/>
          <p:cNvSpPr/>
          <p:nvPr/>
        </p:nvSpPr>
        <p:spPr>
          <a:xfrm>
            <a:off x="3383280" y="2176272"/>
            <a:ext cx="2423160" cy="2542032"/>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Academic institutions, government agencies, and NGOs can share sensitive datasets (health, census, finance) with researchers without legal or ethical exposure.</a:t>
            </a:r>
            <a:endParaRPr lang="en-US" sz="1500" dirty="0"/>
          </a:p>
        </p:txBody>
      </p:sp>
      <p:sp>
        <p:nvSpPr>
          <p:cNvPr id="18" name="Shape 16"/>
          <p:cNvSpPr/>
          <p:nvPr/>
        </p:nvSpPr>
        <p:spPr>
          <a:xfrm>
            <a:off x="6126480" y="1024128"/>
            <a:ext cx="2697480" cy="3767328"/>
          </a:xfrm>
          <a:prstGeom prst="rect">
            <a:avLst/>
          </a:prstGeom>
          <a:solidFill>
            <a:srgbClr val="F2F2F2"/>
          </a:solidFill>
          <a:ln w="10160">
            <a:solidFill>
              <a:srgbClr val="CCCCCC"/>
            </a:solidFill>
            <a:prstDash val="solid"/>
          </a:ln>
        </p:spPr>
      </p:sp>
      <p:sp>
        <p:nvSpPr>
          <p:cNvPr id="19" name="Shape 17"/>
          <p:cNvSpPr/>
          <p:nvPr/>
        </p:nvSpPr>
        <p:spPr>
          <a:xfrm>
            <a:off x="6126480" y="4736592"/>
            <a:ext cx="2697480" cy="54864"/>
          </a:xfrm>
          <a:prstGeom prst="rect">
            <a:avLst/>
          </a:prstGeom>
          <a:solidFill>
            <a:srgbClr val="1A3A5C"/>
          </a:solidFill>
          <a:ln w="12700">
            <a:solidFill>
              <a:srgbClr val="1A3A5C"/>
            </a:solidFill>
            <a:prstDash val="solid"/>
          </a:ln>
        </p:spPr>
      </p:sp>
      <p:sp>
        <p:nvSpPr>
          <p:cNvPr id="20" name="Text 18"/>
          <p:cNvSpPr/>
          <p:nvPr/>
        </p:nvSpPr>
        <p:spPr>
          <a:xfrm>
            <a:off x="6263640" y="1115568"/>
            <a:ext cx="502920" cy="411480"/>
          </a:xfrm>
          <a:prstGeom prst="rect">
            <a:avLst/>
          </a:prstGeom>
          <a:noFill/>
          <a:ln/>
        </p:spPr>
        <p:txBody>
          <a:bodyPr wrap="square" lIns="0" tIns="0" rIns="0" bIns="0" rtlCol="0" anchor="ctr"/>
          <a:lstStyle/>
          <a:p>
            <a:pPr marL="0" indent="0">
              <a:buNone/>
            </a:pPr>
            <a:r>
              <a:rPr lang="en-US" sz="2200" b="1" dirty="0">
                <a:solidFill>
                  <a:srgbClr val="1A3A5C"/>
                </a:solidFill>
                <a:latin typeface="Calibri" pitchFamily="34" charset="0"/>
                <a:ea typeface="Calibri" pitchFamily="34" charset="-122"/>
                <a:cs typeface="Calibri" pitchFamily="34" charset="-120"/>
              </a:rPr>
              <a:t>06</a:t>
            </a:r>
            <a:endParaRPr lang="en-US" sz="2200" dirty="0"/>
          </a:p>
        </p:txBody>
      </p:sp>
      <p:sp>
        <p:nvSpPr>
          <p:cNvPr id="21" name="Text 19"/>
          <p:cNvSpPr/>
          <p:nvPr/>
        </p:nvSpPr>
        <p:spPr>
          <a:xfrm>
            <a:off x="6263640" y="1572768"/>
            <a:ext cx="2423160" cy="475488"/>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Academic Contribution</a:t>
            </a:r>
            <a:endParaRPr lang="en-US" sz="1500" dirty="0"/>
          </a:p>
        </p:txBody>
      </p:sp>
      <p:sp>
        <p:nvSpPr>
          <p:cNvPr id="22" name="Shape 20"/>
          <p:cNvSpPr/>
          <p:nvPr/>
        </p:nvSpPr>
        <p:spPr>
          <a:xfrm>
            <a:off x="6263640" y="2084832"/>
            <a:ext cx="2423160" cy="18288"/>
          </a:xfrm>
          <a:prstGeom prst="rect">
            <a:avLst/>
          </a:prstGeom>
          <a:solidFill>
            <a:srgbClr val="CCCCCC"/>
          </a:solidFill>
          <a:ln w="12700">
            <a:solidFill>
              <a:srgbClr val="CCCCCC"/>
            </a:solidFill>
            <a:prstDash val="solid"/>
          </a:ln>
        </p:spPr>
      </p:sp>
      <p:sp>
        <p:nvSpPr>
          <p:cNvPr id="23" name="Text 21"/>
          <p:cNvSpPr/>
          <p:nvPr/>
        </p:nvSpPr>
        <p:spPr>
          <a:xfrm>
            <a:off x="6263640" y="2176272"/>
            <a:ext cx="2423160" cy="2542032"/>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Contributes a documented differential privacy and k-anonymity implementation in Python to Zambian computing and data science research literature.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Conceptual Framework</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10 / 14</a:t>
            </a:r>
            <a:endParaRPr lang="en-US" sz="1100" dirty="0"/>
          </a:p>
        </p:txBody>
      </p:sp>
      <p:pic>
        <p:nvPicPr>
          <p:cNvPr id="6" name="Image 0" descr="preencoded.png"/>
          <p:cNvPicPr>
            <a:picLocks noChangeAspect="1"/>
          </p:cNvPicPr>
          <p:nvPr/>
        </p:nvPicPr>
        <p:blipFill>
          <a:blip r:embed="rId3"/>
          <a:stretch>
            <a:fillRect/>
          </a:stretch>
        </p:blipFill>
        <p:spPr>
          <a:xfrm>
            <a:off x="320040" y="987552"/>
            <a:ext cx="8503920" cy="38039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Literature Review</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11 / 14</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28600" y="987552"/>
          <a:ext cx="8366760" cy="3627120"/>
        </p:xfrm>
        <a:graphic>
          <a:graphicData uri="http://schemas.openxmlformats.org/drawingml/2006/table">
            <a:tbl>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0">
                <a:tc>
                  <a:txBody>
                    <a:bodyPr/>
                    <a:lstStyle/>
                    <a:p>
                      <a:pPr marL="0" indent="0" algn="ctr">
                        <a:buNone/>
                      </a:pPr>
                      <a:r>
                        <a:rPr lang="en-US" sz="1400" b="1" dirty="0">
                          <a:solidFill>
                            <a:srgbClr val="FFFFFF"/>
                          </a:solidFill>
                        </a:rPr>
                        <a:t>Author &amp; Year</a:t>
                      </a:r>
                      <a:endParaRPr lang="en-US" sz="14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lgn="ctr">
                        <a:buNone/>
                      </a:pPr>
                      <a:r>
                        <a:rPr lang="en-US" sz="1400" b="1" dirty="0">
                          <a:solidFill>
                            <a:srgbClr val="FFFFFF"/>
                          </a:solidFill>
                        </a:rPr>
                        <a:t>Title</a:t>
                      </a:r>
                      <a:endParaRPr lang="en-US" sz="14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lgn="ctr">
                        <a:buNone/>
                      </a:pPr>
                      <a:r>
                        <a:rPr lang="en-US" sz="1400" b="1" dirty="0">
                          <a:solidFill>
                            <a:srgbClr val="FFFFFF"/>
                          </a:solidFill>
                        </a:rPr>
                        <a:t>Contribution</a:t>
                      </a:r>
                      <a:endParaRPr lang="en-US" sz="14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lgn="ctr">
                        <a:buNone/>
                      </a:pPr>
                      <a:r>
                        <a:rPr lang="en-US" sz="1400" b="1" dirty="0">
                          <a:solidFill>
                            <a:srgbClr val="FFFFFF"/>
                          </a:solidFill>
                        </a:rPr>
                        <a:t>Gap</a:t>
                      </a:r>
                      <a:endParaRPr lang="en-US" sz="14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000000"/>
                          </a:solidFill>
                        </a:rPr>
                        <a:t>Dwork &amp; Roth (2014)</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rPr>
                        <a:t>The Algorithmic Foundations of Differential Privacy</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rPr>
                        <a:t>Formal mathematical framework for ε-differential privacy and the Laplace/Gaussian mechanisms — the foundational reference for all DP implementations.</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rPr>
                        <a:t>Theoretical only — no applied platform or dataset utility evaluation in the context of organisational data sharing.</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dirty="0">
                          <a:solidFill>
                            <a:srgbClr val="000000"/>
                          </a:solidFill>
                        </a:rPr>
                        <a:t>Sweeney, L. (2002)</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250" dirty="0">
                          <a:solidFill>
                            <a:srgbClr val="000000"/>
                          </a:solidFill>
                        </a:rPr>
                        <a:t>k-Anonymity: A Model for Protecting Privacy</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250" dirty="0">
                          <a:solidFill>
                            <a:srgbClr val="000000"/>
                          </a:solidFill>
                        </a:rPr>
                        <a:t>Introduced k-anonymity, demonstrating that 87% of the US population could be identified from zip code, birth date and gender. Defined the quasi-identifier suppression/generalisation approach.</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250" dirty="0">
                          <a:solidFill>
                            <a:srgbClr val="000000"/>
                          </a:solidFill>
                        </a:rPr>
                        <a:t>Does not address the composability of k-anonymity with differential privacy or provide a unified platform combining both techniques.</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1250" dirty="0">
                          <a:solidFill>
                            <a:srgbClr val="000000"/>
                          </a:solidFill>
                        </a:rPr>
                        <a:t>Mwale &amp; Banda (2023)</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rPr>
                        <a:t>Data Sharing Practices in Zambian Public Institutions</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rPr>
                        <a:t>Survey finding that 78% of Zambian public institutions shared datasets with no anonymisation controls, and that no standardised privacy framework was in use.</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50" dirty="0">
                          <a:solidFill>
                            <a:srgbClr val="000000"/>
                          </a:solidFill>
                        </a:rPr>
                        <a:t>Diagnostic study only — no technical solution or implementation proposed for the identified gap.</a:t>
                      </a:r>
                      <a:endParaRPr lang="en-US" sz="12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Research Methodology</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12 / 14</a:t>
            </a:r>
            <a:endParaRPr lang="en-US" sz="1100" dirty="0"/>
          </a:p>
        </p:txBody>
      </p:sp>
      <p:sp>
        <p:nvSpPr>
          <p:cNvPr id="6" name="Shape 4"/>
          <p:cNvSpPr/>
          <p:nvPr/>
        </p:nvSpPr>
        <p:spPr>
          <a:xfrm>
            <a:off x="274320" y="1005840"/>
            <a:ext cx="1965960" cy="411480"/>
          </a:xfrm>
          <a:prstGeom prst="rect">
            <a:avLst/>
          </a:prstGeom>
          <a:solidFill>
            <a:srgbClr val="1A3A5C"/>
          </a:solidFill>
          <a:ln w="12700">
            <a:solidFill>
              <a:srgbClr val="1A3A5C"/>
            </a:solidFill>
            <a:prstDash val="solid"/>
          </a:ln>
        </p:spPr>
      </p:sp>
      <p:sp>
        <p:nvSpPr>
          <p:cNvPr id="7" name="Text 5"/>
          <p:cNvSpPr/>
          <p:nvPr/>
        </p:nvSpPr>
        <p:spPr>
          <a:xfrm>
            <a:off x="274320" y="1005840"/>
            <a:ext cx="1965960" cy="411480"/>
          </a:xfrm>
          <a:prstGeom prst="rect">
            <a:avLst/>
          </a:prstGeom>
          <a:noFill/>
          <a:ln/>
        </p:spPr>
        <p:txBody>
          <a:bodyPr wrap="square" lIns="0" tIns="0" rIns="0" bIns="0" rtlCol="0" anchor="ctr"/>
          <a:lstStyle/>
          <a:p>
            <a:pPr marL="0" indent="0" algn="ctr">
              <a:buNone/>
            </a:pPr>
            <a:r>
              <a:rPr lang="en-US" sz="1400" b="1" dirty="0">
                <a:solidFill>
                  <a:srgbClr val="FFFFFF"/>
                </a:solidFill>
              </a:rPr>
              <a:t>Data Collection</a:t>
            </a:r>
            <a:endParaRPr lang="en-US" sz="1400" dirty="0"/>
          </a:p>
        </p:txBody>
      </p:sp>
      <p:sp>
        <p:nvSpPr>
          <p:cNvPr id="8" name="Shape 6"/>
          <p:cNvSpPr/>
          <p:nvPr/>
        </p:nvSpPr>
        <p:spPr>
          <a:xfrm>
            <a:off x="274320" y="1417320"/>
            <a:ext cx="1965960" cy="3337560"/>
          </a:xfrm>
          <a:prstGeom prst="rect">
            <a:avLst/>
          </a:prstGeom>
          <a:solidFill>
            <a:srgbClr val="F2F2F2"/>
          </a:solidFill>
          <a:ln w="6350">
            <a:solidFill>
              <a:srgbClr val="CCCCCC"/>
            </a:solidFill>
            <a:prstDash val="solid"/>
          </a:ln>
        </p:spPr>
      </p:sp>
      <p:sp>
        <p:nvSpPr>
          <p:cNvPr id="9" name="Text 7"/>
          <p:cNvSpPr/>
          <p:nvPr/>
        </p:nvSpPr>
        <p:spPr>
          <a:xfrm>
            <a:off x="384048" y="1508760"/>
            <a:ext cx="1737360" cy="3154680"/>
          </a:xfrm>
          <a:prstGeom prst="rect">
            <a:avLst/>
          </a:prstGeom>
          <a:noFill/>
          <a:ln/>
        </p:spPr>
        <p:txBody>
          <a:bodyPr wrap="square" rtlCol="0" anchor="ctr"/>
          <a:lstStyle/>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Public benchmark datasets (UCI Adult, NHANES Medical)</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Interviews with data officers at 2 Zambian institutions</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Survey on current data-sharing anonymisation practices</a:t>
            </a:r>
            <a:endParaRPr lang="en-US" sz="1400" dirty="0"/>
          </a:p>
        </p:txBody>
      </p:sp>
      <p:sp>
        <p:nvSpPr>
          <p:cNvPr id="10" name="Shape 8"/>
          <p:cNvSpPr/>
          <p:nvPr/>
        </p:nvSpPr>
        <p:spPr>
          <a:xfrm>
            <a:off x="2450592" y="1005840"/>
            <a:ext cx="1965960" cy="411480"/>
          </a:xfrm>
          <a:prstGeom prst="rect">
            <a:avLst/>
          </a:prstGeom>
          <a:solidFill>
            <a:srgbClr val="1A3A5C"/>
          </a:solidFill>
          <a:ln w="12700">
            <a:solidFill>
              <a:srgbClr val="1A3A5C"/>
            </a:solidFill>
            <a:prstDash val="solid"/>
          </a:ln>
        </p:spPr>
      </p:sp>
      <p:sp>
        <p:nvSpPr>
          <p:cNvPr id="11" name="Text 9"/>
          <p:cNvSpPr/>
          <p:nvPr/>
        </p:nvSpPr>
        <p:spPr>
          <a:xfrm>
            <a:off x="2450592" y="1005840"/>
            <a:ext cx="1965960" cy="411480"/>
          </a:xfrm>
          <a:prstGeom prst="rect">
            <a:avLst/>
          </a:prstGeom>
          <a:noFill/>
          <a:ln/>
        </p:spPr>
        <p:txBody>
          <a:bodyPr wrap="square" lIns="0" tIns="0" rIns="0" bIns="0" rtlCol="0" anchor="ctr"/>
          <a:lstStyle/>
          <a:p>
            <a:pPr marL="0" indent="0" algn="ctr">
              <a:buNone/>
            </a:pPr>
            <a:r>
              <a:rPr lang="en-US" sz="1400" b="1" dirty="0">
                <a:solidFill>
                  <a:srgbClr val="FFFFFF"/>
                </a:solidFill>
              </a:rPr>
              <a:t>Design Tool (UML)</a:t>
            </a:r>
            <a:endParaRPr lang="en-US" sz="1400" dirty="0"/>
          </a:p>
        </p:txBody>
      </p:sp>
      <p:sp>
        <p:nvSpPr>
          <p:cNvPr id="12" name="Shape 10"/>
          <p:cNvSpPr/>
          <p:nvPr/>
        </p:nvSpPr>
        <p:spPr>
          <a:xfrm>
            <a:off x="2450592" y="1417320"/>
            <a:ext cx="1965960" cy="3337560"/>
          </a:xfrm>
          <a:prstGeom prst="rect">
            <a:avLst/>
          </a:prstGeom>
          <a:solidFill>
            <a:srgbClr val="F2F2F2"/>
          </a:solidFill>
          <a:ln w="6350">
            <a:solidFill>
              <a:srgbClr val="CCCCCC"/>
            </a:solidFill>
            <a:prstDash val="solid"/>
          </a:ln>
        </p:spPr>
      </p:sp>
      <p:sp>
        <p:nvSpPr>
          <p:cNvPr id="13" name="Text 11"/>
          <p:cNvSpPr/>
          <p:nvPr/>
        </p:nvSpPr>
        <p:spPr>
          <a:xfrm>
            <a:off x="2560320" y="1508760"/>
            <a:ext cx="1737360" cy="3154680"/>
          </a:xfrm>
          <a:prstGeom prst="rect">
            <a:avLst/>
          </a:prstGeom>
          <a:noFill/>
          <a:ln/>
        </p:spPr>
        <p:txBody>
          <a:bodyPr wrap="square" rtlCol="0" anchor="ctr"/>
          <a:lstStyle/>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Use Case Diagram</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Shows data analyst, admin, and data subject actor interactions</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Defines upload, transform, and export use cases</a:t>
            </a:r>
            <a:endParaRPr lang="en-US" sz="1400" dirty="0"/>
          </a:p>
        </p:txBody>
      </p:sp>
      <p:sp>
        <p:nvSpPr>
          <p:cNvPr id="14" name="Shape 12"/>
          <p:cNvSpPr/>
          <p:nvPr/>
        </p:nvSpPr>
        <p:spPr>
          <a:xfrm>
            <a:off x="4626864" y="1005840"/>
            <a:ext cx="1965960" cy="411480"/>
          </a:xfrm>
          <a:prstGeom prst="rect">
            <a:avLst/>
          </a:prstGeom>
          <a:solidFill>
            <a:srgbClr val="1A3A5C"/>
          </a:solidFill>
          <a:ln w="12700">
            <a:solidFill>
              <a:srgbClr val="1A3A5C"/>
            </a:solidFill>
            <a:prstDash val="solid"/>
          </a:ln>
        </p:spPr>
      </p:sp>
      <p:sp>
        <p:nvSpPr>
          <p:cNvPr id="15" name="Text 13"/>
          <p:cNvSpPr/>
          <p:nvPr/>
        </p:nvSpPr>
        <p:spPr>
          <a:xfrm>
            <a:off x="4626864" y="1005840"/>
            <a:ext cx="1965960" cy="411480"/>
          </a:xfrm>
          <a:prstGeom prst="rect">
            <a:avLst/>
          </a:prstGeom>
          <a:noFill/>
          <a:ln/>
        </p:spPr>
        <p:txBody>
          <a:bodyPr wrap="square" lIns="0" tIns="0" rIns="0" bIns="0" rtlCol="0" anchor="ctr"/>
          <a:lstStyle/>
          <a:p>
            <a:pPr marL="0" indent="0" algn="ctr">
              <a:buNone/>
            </a:pPr>
            <a:r>
              <a:rPr lang="en-US" sz="1400" b="1" dirty="0">
                <a:solidFill>
                  <a:srgbClr val="FFFFFF"/>
                </a:solidFill>
              </a:rPr>
              <a:t>Tech Stack</a:t>
            </a:r>
            <a:endParaRPr lang="en-US" sz="1400" dirty="0"/>
          </a:p>
        </p:txBody>
      </p:sp>
      <p:sp>
        <p:nvSpPr>
          <p:cNvPr id="16" name="Shape 14"/>
          <p:cNvSpPr/>
          <p:nvPr/>
        </p:nvSpPr>
        <p:spPr>
          <a:xfrm>
            <a:off x="4626864" y="1417320"/>
            <a:ext cx="1965960" cy="3337560"/>
          </a:xfrm>
          <a:prstGeom prst="rect">
            <a:avLst/>
          </a:prstGeom>
          <a:solidFill>
            <a:srgbClr val="F2F2F2"/>
          </a:solidFill>
          <a:ln w="6350">
            <a:solidFill>
              <a:srgbClr val="CCCCCC"/>
            </a:solidFill>
            <a:prstDash val="solid"/>
          </a:ln>
        </p:spPr>
      </p:sp>
      <p:sp>
        <p:nvSpPr>
          <p:cNvPr id="17" name="Text 15"/>
          <p:cNvSpPr/>
          <p:nvPr/>
        </p:nvSpPr>
        <p:spPr>
          <a:xfrm>
            <a:off x="4736592" y="1508760"/>
            <a:ext cx="1737360" cy="3154680"/>
          </a:xfrm>
          <a:prstGeom prst="rect">
            <a:avLst/>
          </a:prstGeom>
          <a:noFill/>
          <a:ln/>
        </p:spPr>
        <p:txBody>
          <a:bodyPr wrap="square" rtlCol="0" anchor="ctr"/>
          <a:lstStyle/>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Python 3.x (diffprivlib, pandas)</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Flask (REST API + web interface)</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PostgreSQL (dataset + audit store)</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React.js (frontend)</a:t>
            </a:r>
            <a:endParaRPr lang="en-US" sz="1400" dirty="0"/>
          </a:p>
        </p:txBody>
      </p:sp>
      <p:sp>
        <p:nvSpPr>
          <p:cNvPr id="18" name="Shape 16"/>
          <p:cNvSpPr/>
          <p:nvPr/>
        </p:nvSpPr>
        <p:spPr>
          <a:xfrm>
            <a:off x="6803136" y="1005840"/>
            <a:ext cx="1965960" cy="411480"/>
          </a:xfrm>
          <a:prstGeom prst="rect">
            <a:avLst/>
          </a:prstGeom>
          <a:solidFill>
            <a:srgbClr val="1A3A5C"/>
          </a:solidFill>
          <a:ln w="12700">
            <a:solidFill>
              <a:srgbClr val="1A3A5C"/>
            </a:solidFill>
            <a:prstDash val="solid"/>
          </a:ln>
        </p:spPr>
      </p:sp>
      <p:sp>
        <p:nvSpPr>
          <p:cNvPr id="19" name="Text 17"/>
          <p:cNvSpPr/>
          <p:nvPr/>
        </p:nvSpPr>
        <p:spPr>
          <a:xfrm>
            <a:off x="6803136" y="1005840"/>
            <a:ext cx="1965960" cy="411480"/>
          </a:xfrm>
          <a:prstGeom prst="rect">
            <a:avLst/>
          </a:prstGeom>
          <a:noFill/>
          <a:ln/>
        </p:spPr>
        <p:txBody>
          <a:bodyPr wrap="square" lIns="0" tIns="0" rIns="0" bIns="0" rtlCol="0" anchor="ctr"/>
          <a:lstStyle/>
          <a:p>
            <a:pPr marL="0" indent="0" algn="ctr">
              <a:buNone/>
            </a:pPr>
            <a:r>
              <a:rPr lang="en-US" sz="1400" b="1" dirty="0">
                <a:solidFill>
                  <a:srgbClr val="FFFFFF"/>
                </a:solidFill>
              </a:rPr>
              <a:t>Dev Model</a:t>
            </a:r>
            <a:endParaRPr lang="en-US" sz="1400" dirty="0"/>
          </a:p>
        </p:txBody>
      </p:sp>
      <p:sp>
        <p:nvSpPr>
          <p:cNvPr id="20" name="Shape 18"/>
          <p:cNvSpPr/>
          <p:nvPr/>
        </p:nvSpPr>
        <p:spPr>
          <a:xfrm>
            <a:off x="6803136" y="1417320"/>
            <a:ext cx="1965960" cy="3337560"/>
          </a:xfrm>
          <a:prstGeom prst="rect">
            <a:avLst/>
          </a:prstGeom>
          <a:solidFill>
            <a:srgbClr val="F2F2F2"/>
          </a:solidFill>
          <a:ln w="6350">
            <a:solidFill>
              <a:srgbClr val="CCCCCC"/>
            </a:solidFill>
            <a:prstDash val="solid"/>
          </a:ln>
        </p:spPr>
      </p:sp>
      <p:sp>
        <p:nvSpPr>
          <p:cNvPr id="21" name="Text 19"/>
          <p:cNvSpPr/>
          <p:nvPr/>
        </p:nvSpPr>
        <p:spPr>
          <a:xfrm>
            <a:off x="6912864" y="1508760"/>
            <a:ext cx="1737360" cy="3154680"/>
          </a:xfrm>
          <a:prstGeom prst="rect">
            <a:avLst/>
          </a:prstGeom>
          <a:noFill/>
          <a:ln/>
        </p:spPr>
        <p:txBody>
          <a:bodyPr wrap="square" rtlCol="0" anchor="ctr"/>
          <a:lstStyle/>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CRISP-DM for DP model development</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Agile sprints for platform build</a:t>
            </a:r>
            <a:endParaRPr lang="en-US" sz="1400" dirty="0"/>
          </a:p>
          <a:p>
            <a:pPr marL="342900" indent="-342900">
              <a:buSzPct val="100000"/>
              <a:buChar char="•"/>
            </a:pPr>
            <a:r>
              <a:rPr lang="en-US" sz="1400" dirty="0">
                <a:solidFill>
                  <a:srgbClr val="000000"/>
                </a:solidFill>
                <a:latin typeface="Calibri" pitchFamily="34" charset="0"/>
                <a:ea typeface="Calibri" pitchFamily="34" charset="-122"/>
                <a:cs typeface="Calibri" pitchFamily="34" charset="-120"/>
              </a:rPr>
              <a:t>Privacy–utility trade-off evaluated per sprint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658368"/>
          </a:xfrm>
          <a:prstGeom prst="rect">
            <a:avLst/>
          </a:prstGeom>
          <a:noFill/>
          <a:ln/>
        </p:spPr>
        <p:txBody>
          <a:bodyPr wrap="square" rtlCol="0" anchor="b"/>
          <a:lstStyle/>
          <a:p>
            <a:pPr marL="0" indent="0" algn="ctr">
              <a:buNone/>
            </a:pPr>
            <a:r>
              <a:rPr lang="en-US" sz="2800" b="1" dirty="0">
                <a:solidFill>
                  <a:srgbClr val="000000"/>
                </a:solidFill>
                <a:latin typeface="Calibri" pitchFamily="34" charset="0"/>
                <a:ea typeface="Calibri" pitchFamily="34" charset="-122"/>
                <a:cs typeface="Calibri" pitchFamily="34" charset="-120"/>
              </a:rPr>
              <a:t>Research Timeline  ·  April – November 2026 (Weekly)</a:t>
            </a:r>
            <a:endParaRPr lang="en-US" sz="2800" dirty="0"/>
          </a:p>
        </p:txBody>
      </p:sp>
      <p:sp>
        <p:nvSpPr>
          <p:cNvPr id="3" name="Text 1"/>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4" name="Text 2"/>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13 / 14</a:t>
            </a:r>
            <a:endParaRPr lang="en-US" sz="1100" dirty="0"/>
          </a:p>
        </p:txBody>
      </p:sp>
      <p:sp>
        <p:nvSpPr>
          <p:cNvPr id="5" name="Shape 3"/>
          <p:cNvSpPr/>
          <p:nvPr/>
        </p:nvSpPr>
        <p:spPr>
          <a:xfrm>
            <a:off x="1554480" y="868680"/>
            <a:ext cx="902970" cy="274320"/>
          </a:xfrm>
          <a:prstGeom prst="rect">
            <a:avLst/>
          </a:prstGeom>
          <a:solidFill>
            <a:srgbClr val="1A3A5C"/>
          </a:solidFill>
          <a:ln w="6350">
            <a:solidFill>
              <a:srgbClr val="FFFFFF"/>
            </a:solidFill>
            <a:prstDash val="solid"/>
          </a:ln>
        </p:spPr>
      </p:sp>
      <p:sp>
        <p:nvSpPr>
          <p:cNvPr id="6" name="Text 4"/>
          <p:cNvSpPr/>
          <p:nvPr/>
        </p:nvSpPr>
        <p:spPr>
          <a:xfrm>
            <a:off x="1554480" y="868680"/>
            <a:ext cx="902970" cy="274320"/>
          </a:xfrm>
          <a:prstGeom prst="rect">
            <a:avLst/>
          </a:prstGeom>
          <a:noFill/>
          <a:ln/>
        </p:spPr>
        <p:txBody>
          <a:bodyPr wrap="square" lIns="0" tIns="0" rIns="0" bIns="0" rtlCol="0" anchor="ctr"/>
          <a:lstStyle/>
          <a:p>
            <a:pPr marL="0" indent="0" algn="ctr">
              <a:buNone/>
            </a:pPr>
            <a:r>
              <a:rPr lang="en-US" sz="900" b="1" dirty="0">
                <a:solidFill>
                  <a:srgbClr val="FFFFFF"/>
                </a:solidFill>
              </a:rPr>
              <a:t>APRIL</a:t>
            </a:r>
            <a:endParaRPr lang="en-US" sz="900" dirty="0"/>
          </a:p>
        </p:txBody>
      </p:sp>
      <p:sp>
        <p:nvSpPr>
          <p:cNvPr id="7" name="Shape 5"/>
          <p:cNvSpPr/>
          <p:nvPr/>
        </p:nvSpPr>
        <p:spPr>
          <a:xfrm>
            <a:off x="2457450" y="868680"/>
            <a:ext cx="902970" cy="274320"/>
          </a:xfrm>
          <a:prstGeom prst="rect">
            <a:avLst/>
          </a:prstGeom>
          <a:solidFill>
            <a:srgbClr val="1A3A5C"/>
          </a:solidFill>
          <a:ln w="6350">
            <a:solidFill>
              <a:srgbClr val="FFFFFF"/>
            </a:solidFill>
            <a:prstDash val="solid"/>
          </a:ln>
        </p:spPr>
      </p:sp>
      <p:sp>
        <p:nvSpPr>
          <p:cNvPr id="8" name="Text 6"/>
          <p:cNvSpPr/>
          <p:nvPr/>
        </p:nvSpPr>
        <p:spPr>
          <a:xfrm>
            <a:off x="2457450" y="868680"/>
            <a:ext cx="902970" cy="274320"/>
          </a:xfrm>
          <a:prstGeom prst="rect">
            <a:avLst/>
          </a:prstGeom>
          <a:noFill/>
          <a:ln/>
        </p:spPr>
        <p:txBody>
          <a:bodyPr wrap="square" lIns="0" tIns="0" rIns="0" bIns="0" rtlCol="0" anchor="ctr"/>
          <a:lstStyle/>
          <a:p>
            <a:pPr marL="0" indent="0" algn="ctr">
              <a:buNone/>
            </a:pPr>
            <a:r>
              <a:rPr lang="en-US" sz="900" b="1" dirty="0">
                <a:solidFill>
                  <a:srgbClr val="FFFFFF"/>
                </a:solidFill>
              </a:rPr>
              <a:t>MAY</a:t>
            </a:r>
            <a:endParaRPr lang="en-US" sz="900" dirty="0"/>
          </a:p>
        </p:txBody>
      </p:sp>
      <p:sp>
        <p:nvSpPr>
          <p:cNvPr id="9" name="Shape 7"/>
          <p:cNvSpPr/>
          <p:nvPr/>
        </p:nvSpPr>
        <p:spPr>
          <a:xfrm>
            <a:off x="3360420" y="868680"/>
            <a:ext cx="902970" cy="274320"/>
          </a:xfrm>
          <a:prstGeom prst="rect">
            <a:avLst/>
          </a:prstGeom>
          <a:solidFill>
            <a:srgbClr val="1A3A5C"/>
          </a:solidFill>
          <a:ln w="6350">
            <a:solidFill>
              <a:srgbClr val="FFFFFF"/>
            </a:solidFill>
            <a:prstDash val="solid"/>
          </a:ln>
        </p:spPr>
      </p:sp>
      <p:sp>
        <p:nvSpPr>
          <p:cNvPr id="10" name="Text 8"/>
          <p:cNvSpPr/>
          <p:nvPr/>
        </p:nvSpPr>
        <p:spPr>
          <a:xfrm>
            <a:off x="3360420" y="868680"/>
            <a:ext cx="902970" cy="274320"/>
          </a:xfrm>
          <a:prstGeom prst="rect">
            <a:avLst/>
          </a:prstGeom>
          <a:noFill/>
          <a:ln/>
        </p:spPr>
        <p:txBody>
          <a:bodyPr wrap="square" lIns="0" tIns="0" rIns="0" bIns="0" rtlCol="0" anchor="ctr"/>
          <a:lstStyle/>
          <a:p>
            <a:pPr marL="0" indent="0" algn="ctr">
              <a:buNone/>
            </a:pPr>
            <a:r>
              <a:rPr lang="en-US" sz="900" b="1" dirty="0">
                <a:solidFill>
                  <a:srgbClr val="FFFFFF"/>
                </a:solidFill>
              </a:rPr>
              <a:t>JUNE</a:t>
            </a:r>
            <a:endParaRPr lang="en-US" sz="900" dirty="0"/>
          </a:p>
        </p:txBody>
      </p:sp>
      <p:sp>
        <p:nvSpPr>
          <p:cNvPr id="11" name="Shape 9"/>
          <p:cNvSpPr/>
          <p:nvPr/>
        </p:nvSpPr>
        <p:spPr>
          <a:xfrm>
            <a:off x="4263390" y="868680"/>
            <a:ext cx="902970" cy="274320"/>
          </a:xfrm>
          <a:prstGeom prst="rect">
            <a:avLst/>
          </a:prstGeom>
          <a:solidFill>
            <a:srgbClr val="1A3A5C"/>
          </a:solidFill>
          <a:ln w="6350">
            <a:solidFill>
              <a:srgbClr val="FFFFFF"/>
            </a:solidFill>
            <a:prstDash val="solid"/>
          </a:ln>
        </p:spPr>
      </p:sp>
      <p:sp>
        <p:nvSpPr>
          <p:cNvPr id="12" name="Text 10"/>
          <p:cNvSpPr/>
          <p:nvPr/>
        </p:nvSpPr>
        <p:spPr>
          <a:xfrm>
            <a:off x="4263390" y="868680"/>
            <a:ext cx="902970" cy="274320"/>
          </a:xfrm>
          <a:prstGeom prst="rect">
            <a:avLst/>
          </a:prstGeom>
          <a:noFill/>
          <a:ln/>
        </p:spPr>
        <p:txBody>
          <a:bodyPr wrap="square" lIns="0" tIns="0" rIns="0" bIns="0" rtlCol="0" anchor="ctr"/>
          <a:lstStyle/>
          <a:p>
            <a:pPr marL="0" indent="0" algn="ctr">
              <a:buNone/>
            </a:pPr>
            <a:r>
              <a:rPr lang="en-US" sz="900" b="1" dirty="0">
                <a:solidFill>
                  <a:srgbClr val="FFFFFF"/>
                </a:solidFill>
              </a:rPr>
              <a:t>JULY</a:t>
            </a:r>
            <a:endParaRPr lang="en-US" sz="900" dirty="0"/>
          </a:p>
        </p:txBody>
      </p:sp>
      <p:sp>
        <p:nvSpPr>
          <p:cNvPr id="13" name="Shape 11"/>
          <p:cNvSpPr/>
          <p:nvPr/>
        </p:nvSpPr>
        <p:spPr>
          <a:xfrm>
            <a:off x="5166360" y="868680"/>
            <a:ext cx="902970" cy="274320"/>
          </a:xfrm>
          <a:prstGeom prst="rect">
            <a:avLst/>
          </a:prstGeom>
          <a:solidFill>
            <a:srgbClr val="1A3A5C"/>
          </a:solidFill>
          <a:ln w="6350">
            <a:solidFill>
              <a:srgbClr val="FFFFFF"/>
            </a:solidFill>
            <a:prstDash val="solid"/>
          </a:ln>
        </p:spPr>
      </p:sp>
      <p:sp>
        <p:nvSpPr>
          <p:cNvPr id="14" name="Text 12"/>
          <p:cNvSpPr/>
          <p:nvPr/>
        </p:nvSpPr>
        <p:spPr>
          <a:xfrm>
            <a:off x="5166360" y="868680"/>
            <a:ext cx="902970" cy="274320"/>
          </a:xfrm>
          <a:prstGeom prst="rect">
            <a:avLst/>
          </a:prstGeom>
          <a:noFill/>
          <a:ln/>
        </p:spPr>
        <p:txBody>
          <a:bodyPr wrap="square" lIns="0" tIns="0" rIns="0" bIns="0" rtlCol="0" anchor="ctr"/>
          <a:lstStyle/>
          <a:p>
            <a:pPr marL="0" indent="0" algn="ctr">
              <a:buNone/>
            </a:pPr>
            <a:r>
              <a:rPr lang="en-US" sz="900" b="1" dirty="0">
                <a:solidFill>
                  <a:srgbClr val="FFFFFF"/>
                </a:solidFill>
              </a:rPr>
              <a:t>AUGUST</a:t>
            </a:r>
            <a:endParaRPr lang="en-US" sz="900" dirty="0"/>
          </a:p>
        </p:txBody>
      </p:sp>
      <p:sp>
        <p:nvSpPr>
          <p:cNvPr id="15" name="Shape 13"/>
          <p:cNvSpPr/>
          <p:nvPr/>
        </p:nvSpPr>
        <p:spPr>
          <a:xfrm>
            <a:off x="6069330" y="868680"/>
            <a:ext cx="902970" cy="274320"/>
          </a:xfrm>
          <a:prstGeom prst="rect">
            <a:avLst/>
          </a:prstGeom>
          <a:solidFill>
            <a:srgbClr val="1A3A5C"/>
          </a:solidFill>
          <a:ln w="6350">
            <a:solidFill>
              <a:srgbClr val="FFFFFF"/>
            </a:solidFill>
            <a:prstDash val="solid"/>
          </a:ln>
        </p:spPr>
      </p:sp>
      <p:sp>
        <p:nvSpPr>
          <p:cNvPr id="16" name="Text 14"/>
          <p:cNvSpPr/>
          <p:nvPr/>
        </p:nvSpPr>
        <p:spPr>
          <a:xfrm>
            <a:off x="6069330" y="868680"/>
            <a:ext cx="902970" cy="274320"/>
          </a:xfrm>
          <a:prstGeom prst="rect">
            <a:avLst/>
          </a:prstGeom>
          <a:noFill/>
          <a:ln/>
        </p:spPr>
        <p:txBody>
          <a:bodyPr wrap="square" lIns="0" tIns="0" rIns="0" bIns="0" rtlCol="0" anchor="ctr"/>
          <a:lstStyle/>
          <a:p>
            <a:pPr marL="0" indent="0" algn="ctr">
              <a:buNone/>
            </a:pPr>
            <a:r>
              <a:rPr lang="en-US" sz="900" b="1" dirty="0">
                <a:solidFill>
                  <a:srgbClr val="FFFFFF"/>
                </a:solidFill>
              </a:rPr>
              <a:t>SEPTEMBER</a:t>
            </a:r>
            <a:endParaRPr lang="en-US" sz="900" dirty="0"/>
          </a:p>
        </p:txBody>
      </p:sp>
      <p:sp>
        <p:nvSpPr>
          <p:cNvPr id="17" name="Shape 15"/>
          <p:cNvSpPr/>
          <p:nvPr/>
        </p:nvSpPr>
        <p:spPr>
          <a:xfrm>
            <a:off x="6972300" y="868680"/>
            <a:ext cx="902970" cy="274320"/>
          </a:xfrm>
          <a:prstGeom prst="rect">
            <a:avLst/>
          </a:prstGeom>
          <a:solidFill>
            <a:srgbClr val="1A3A5C"/>
          </a:solidFill>
          <a:ln w="6350">
            <a:solidFill>
              <a:srgbClr val="FFFFFF"/>
            </a:solidFill>
            <a:prstDash val="solid"/>
          </a:ln>
        </p:spPr>
      </p:sp>
      <p:sp>
        <p:nvSpPr>
          <p:cNvPr id="18" name="Text 16"/>
          <p:cNvSpPr/>
          <p:nvPr/>
        </p:nvSpPr>
        <p:spPr>
          <a:xfrm>
            <a:off x="6972300" y="868680"/>
            <a:ext cx="902970" cy="274320"/>
          </a:xfrm>
          <a:prstGeom prst="rect">
            <a:avLst/>
          </a:prstGeom>
          <a:noFill/>
          <a:ln/>
        </p:spPr>
        <p:txBody>
          <a:bodyPr wrap="square" lIns="0" tIns="0" rIns="0" bIns="0" rtlCol="0" anchor="ctr"/>
          <a:lstStyle/>
          <a:p>
            <a:pPr marL="0" indent="0" algn="ctr">
              <a:buNone/>
            </a:pPr>
            <a:r>
              <a:rPr lang="en-US" sz="900" b="1" dirty="0">
                <a:solidFill>
                  <a:srgbClr val="FFFFFF"/>
                </a:solidFill>
              </a:rPr>
              <a:t>OCTOBER</a:t>
            </a:r>
            <a:endParaRPr lang="en-US" sz="900" dirty="0"/>
          </a:p>
        </p:txBody>
      </p:sp>
      <p:sp>
        <p:nvSpPr>
          <p:cNvPr id="19" name="Shape 17"/>
          <p:cNvSpPr/>
          <p:nvPr/>
        </p:nvSpPr>
        <p:spPr>
          <a:xfrm>
            <a:off x="7875270" y="868680"/>
            <a:ext cx="902970" cy="274320"/>
          </a:xfrm>
          <a:prstGeom prst="rect">
            <a:avLst/>
          </a:prstGeom>
          <a:solidFill>
            <a:srgbClr val="1A3A5C"/>
          </a:solidFill>
          <a:ln w="6350">
            <a:solidFill>
              <a:srgbClr val="FFFFFF"/>
            </a:solidFill>
            <a:prstDash val="solid"/>
          </a:ln>
        </p:spPr>
      </p:sp>
      <p:sp>
        <p:nvSpPr>
          <p:cNvPr id="20" name="Text 18"/>
          <p:cNvSpPr/>
          <p:nvPr/>
        </p:nvSpPr>
        <p:spPr>
          <a:xfrm>
            <a:off x="7875270" y="868680"/>
            <a:ext cx="902970" cy="274320"/>
          </a:xfrm>
          <a:prstGeom prst="rect">
            <a:avLst/>
          </a:prstGeom>
          <a:noFill/>
          <a:ln/>
        </p:spPr>
        <p:txBody>
          <a:bodyPr wrap="square" lIns="0" tIns="0" rIns="0" bIns="0" rtlCol="0" anchor="ctr"/>
          <a:lstStyle/>
          <a:p>
            <a:pPr marL="0" indent="0" algn="ctr">
              <a:buNone/>
            </a:pPr>
            <a:r>
              <a:rPr lang="en-US" sz="900" b="1" dirty="0">
                <a:solidFill>
                  <a:srgbClr val="FFFFFF"/>
                </a:solidFill>
              </a:rPr>
              <a:t>NOVEMBER</a:t>
            </a:r>
            <a:endParaRPr lang="en-US" sz="900" dirty="0"/>
          </a:p>
        </p:txBody>
      </p:sp>
      <p:sp>
        <p:nvSpPr>
          <p:cNvPr id="21" name="Shape 19"/>
          <p:cNvSpPr/>
          <p:nvPr/>
        </p:nvSpPr>
        <p:spPr>
          <a:xfrm>
            <a:off x="1554480" y="1143000"/>
            <a:ext cx="225743" cy="201168"/>
          </a:xfrm>
          <a:prstGeom prst="rect">
            <a:avLst/>
          </a:prstGeom>
          <a:solidFill>
            <a:srgbClr val="1A3A5C"/>
          </a:solidFill>
          <a:ln w="2540">
            <a:solidFill>
              <a:srgbClr val="FFFFFF"/>
            </a:solidFill>
            <a:prstDash val="solid"/>
          </a:ln>
        </p:spPr>
      </p:sp>
      <p:sp>
        <p:nvSpPr>
          <p:cNvPr id="22" name="Text 20"/>
          <p:cNvSpPr/>
          <p:nvPr/>
        </p:nvSpPr>
        <p:spPr>
          <a:xfrm>
            <a:off x="1554480"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W1</a:t>
            </a:r>
            <a:endParaRPr lang="en-US" sz="600" dirty="0"/>
          </a:p>
        </p:txBody>
      </p:sp>
      <p:sp>
        <p:nvSpPr>
          <p:cNvPr id="23" name="Shape 21"/>
          <p:cNvSpPr/>
          <p:nvPr/>
        </p:nvSpPr>
        <p:spPr>
          <a:xfrm>
            <a:off x="1780223" y="1143000"/>
            <a:ext cx="225743" cy="201168"/>
          </a:xfrm>
          <a:prstGeom prst="rect">
            <a:avLst/>
          </a:prstGeom>
          <a:solidFill>
            <a:srgbClr val="1F4E79"/>
          </a:solidFill>
          <a:ln w="2540">
            <a:solidFill>
              <a:srgbClr val="FFFFFF"/>
            </a:solidFill>
            <a:prstDash val="solid"/>
          </a:ln>
        </p:spPr>
      </p:sp>
      <p:sp>
        <p:nvSpPr>
          <p:cNvPr id="24" name="Text 22"/>
          <p:cNvSpPr/>
          <p:nvPr/>
        </p:nvSpPr>
        <p:spPr>
          <a:xfrm>
            <a:off x="1780223"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W2</a:t>
            </a:r>
            <a:endParaRPr lang="en-US" sz="600" dirty="0"/>
          </a:p>
        </p:txBody>
      </p:sp>
      <p:sp>
        <p:nvSpPr>
          <p:cNvPr id="25" name="Shape 23"/>
          <p:cNvSpPr/>
          <p:nvPr/>
        </p:nvSpPr>
        <p:spPr>
          <a:xfrm>
            <a:off x="2005965" y="1143000"/>
            <a:ext cx="225743" cy="201168"/>
          </a:xfrm>
          <a:prstGeom prst="rect">
            <a:avLst/>
          </a:prstGeom>
          <a:solidFill>
            <a:srgbClr val="1A3A5C"/>
          </a:solidFill>
          <a:ln w="2540">
            <a:solidFill>
              <a:srgbClr val="FFFFFF"/>
            </a:solidFill>
            <a:prstDash val="solid"/>
          </a:ln>
        </p:spPr>
      </p:sp>
      <p:sp>
        <p:nvSpPr>
          <p:cNvPr id="26" name="Text 24"/>
          <p:cNvSpPr/>
          <p:nvPr/>
        </p:nvSpPr>
        <p:spPr>
          <a:xfrm>
            <a:off x="2005965"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W3</a:t>
            </a:r>
            <a:endParaRPr lang="en-US" sz="600" dirty="0"/>
          </a:p>
        </p:txBody>
      </p:sp>
      <p:sp>
        <p:nvSpPr>
          <p:cNvPr id="27" name="Shape 25"/>
          <p:cNvSpPr/>
          <p:nvPr/>
        </p:nvSpPr>
        <p:spPr>
          <a:xfrm>
            <a:off x="2231708" y="1143000"/>
            <a:ext cx="225743" cy="201168"/>
          </a:xfrm>
          <a:prstGeom prst="rect">
            <a:avLst/>
          </a:prstGeom>
          <a:solidFill>
            <a:srgbClr val="1F4E79"/>
          </a:solidFill>
          <a:ln w="2540">
            <a:solidFill>
              <a:srgbClr val="FFFFFF"/>
            </a:solidFill>
            <a:prstDash val="solid"/>
          </a:ln>
        </p:spPr>
      </p:sp>
      <p:sp>
        <p:nvSpPr>
          <p:cNvPr id="28" name="Text 26"/>
          <p:cNvSpPr/>
          <p:nvPr/>
        </p:nvSpPr>
        <p:spPr>
          <a:xfrm>
            <a:off x="2231708"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W4</a:t>
            </a:r>
            <a:endParaRPr lang="en-US" sz="600" dirty="0"/>
          </a:p>
        </p:txBody>
      </p:sp>
      <p:sp>
        <p:nvSpPr>
          <p:cNvPr id="29" name="Shape 27"/>
          <p:cNvSpPr/>
          <p:nvPr/>
        </p:nvSpPr>
        <p:spPr>
          <a:xfrm>
            <a:off x="2457450" y="1143000"/>
            <a:ext cx="225743" cy="201168"/>
          </a:xfrm>
          <a:prstGeom prst="rect">
            <a:avLst/>
          </a:prstGeom>
          <a:solidFill>
            <a:srgbClr val="1A3A5C"/>
          </a:solidFill>
          <a:ln w="2540">
            <a:solidFill>
              <a:srgbClr val="FFFFFF"/>
            </a:solidFill>
            <a:prstDash val="solid"/>
          </a:ln>
        </p:spPr>
      </p:sp>
      <p:sp>
        <p:nvSpPr>
          <p:cNvPr id="30" name="Text 28"/>
          <p:cNvSpPr/>
          <p:nvPr/>
        </p:nvSpPr>
        <p:spPr>
          <a:xfrm>
            <a:off x="2457450"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W1</a:t>
            </a:r>
            <a:endParaRPr lang="en-US" sz="600" dirty="0"/>
          </a:p>
        </p:txBody>
      </p:sp>
      <p:sp>
        <p:nvSpPr>
          <p:cNvPr id="31" name="Shape 29"/>
          <p:cNvSpPr/>
          <p:nvPr/>
        </p:nvSpPr>
        <p:spPr>
          <a:xfrm>
            <a:off x="2683193" y="1143000"/>
            <a:ext cx="225743" cy="201168"/>
          </a:xfrm>
          <a:prstGeom prst="rect">
            <a:avLst/>
          </a:prstGeom>
          <a:solidFill>
            <a:srgbClr val="1F4E79"/>
          </a:solidFill>
          <a:ln w="2540">
            <a:solidFill>
              <a:srgbClr val="FFFFFF"/>
            </a:solidFill>
            <a:prstDash val="solid"/>
          </a:ln>
        </p:spPr>
      </p:sp>
      <p:sp>
        <p:nvSpPr>
          <p:cNvPr id="32" name="Text 30"/>
          <p:cNvSpPr/>
          <p:nvPr/>
        </p:nvSpPr>
        <p:spPr>
          <a:xfrm>
            <a:off x="2683193"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W2</a:t>
            </a:r>
            <a:endParaRPr lang="en-US" sz="600" dirty="0"/>
          </a:p>
        </p:txBody>
      </p:sp>
      <p:sp>
        <p:nvSpPr>
          <p:cNvPr id="33" name="Shape 31"/>
          <p:cNvSpPr/>
          <p:nvPr/>
        </p:nvSpPr>
        <p:spPr>
          <a:xfrm>
            <a:off x="2908935" y="1143000"/>
            <a:ext cx="225743" cy="201168"/>
          </a:xfrm>
          <a:prstGeom prst="rect">
            <a:avLst/>
          </a:prstGeom>
          <a:solidFill>
            <a:srgbClr val="1A3A5C"/>
          </a:solidFill>
          <a:ln w="2540">
            <a:solidFill>
              <a:srgbClr val="FFFFFF"/>
            </a:solidFill>
            <a:prstDash val="solid"/>
          </a:ln>
        </p:spPr>
      </p:sp>
      <p:sp>
        <p:nvSpPr>
          <p:cNvPr id="34" name="Text 32"/>
          <p:cNvSpPr/>
          <p:nvPr/>
        </p:nvSpPr>
        <p:spPr>
          <a:xfrm>
            <a:off x="2908935"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W3</a:t>
            </a:r>
            <a:endParaRPr lang="en-US" sz="600" dirty="0"/>
          </a:p>
        </p:txBody>
      </p:sp>
      <p:sp>
        <p:nvSpPr>
          <p:cNvPr id="35" name="Shape 33"/>
          <p:cNvSpPr/>
          <p:nvPr/>
        </p:nvSpPr>
        <p:spPr>
          <a:xfrm>
            <a:off x="3134678" y="1143000"/>
            <a:ext cx="225743" cy="201168"/>
          </a:xfrm>
          <a:prstGeom prst="rect">
            <a:avLst/>
          </a:prstGeom>
          <a:solidFill>
            <a:srgbClr val="1F4E79"/>
          </a:solidFill>
          <a:ln w="2540">
            <a:solidFill>
              <a:srgbClr val="FFFFFF"/>
            </a:solidFill>
            <a:prstDash val="solid"/>
          </a:ln>
        </p:spPr>
      </p:sp>
      <p:sp>
        <p:nvSpPr>
          <p:cNvPr id="36" name="Text 34"/>
          <p:cNvSpPr/>
          <p:nvPr/>
        </p:nvSpPr>
        <p:spPr>
          <a:xfrm>
            <a:off x="3134678"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W4</a:t>
            </a:r>
            <a:endParaRPr lang="en-US" sz="600" dirty="0"/>
          </a:p>
        </p:txBody>
      </p:sp>
      <p:sp>
        <p:nvSpPr>
          <p:cNvPr id="37" name="Shape 35"/>
          <p:cNvSpPr/>
          <p:nvPr/>
        </p:nvSpPr>
        <p:spPr>
          <a:xfrm>
            <a:off x="3360420" y="1143000"/>
            <a:ext cx="225743" cy="201168"/>
          </a:xfrm>
          <a:prstGeom prst="rect">
            <a:avLst/>
          </a:prstGeom>
          <a:solidFill>
            <a:srgbClr val="1A3A5C"/>
          </a:solidFill>
          <a:ln w="2540">
            <a:solidFill>
              <a:srgbClr val="FFFFFF"/>
            </a:solidFill>
            <a:prstDash val="solid"/>
          </a:ln>
        </p:spPr>
      </p:sp>
      <p:sp>
        <p:nvSpPr>
          <p:cNvPr id="38" name="Text 36"/>
          <p:cNvSpPr/>
          <p:nvPr/>
        </p:nvSpPr>
        <p:spPr>
          <a:xfrm>
            <a:off x="3360420"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W1</a:t>
            </a:r>
            <a:endParaRPr lang="en-US" sz="600" dirty="0"/>
          </a:p>
        </p:txBody>
      </p:sp>
      <p:sp>
        <p:nvSpPr>
          <p:cNvPr id="39" name="Shape 37"/>
          <p:cNvSpPr/>
          <p:nvPr/>
        </p:nvSpPr>
        <p:spPr>
          <a:xfrm>
            <a:off x="3586163" y="1143000"/>
            <a:ext cx="225743" cy="201168"/>
          </a:xfrm>
          <a:prstGeom prst="rect">
            <a:avLst/>
          </a:prstGeom>
          <a:solidFill>
            <a:srgbClr val="1F4E79"/>
          </a:solidFill>
          <a:ln w="2540">
            <a:solidFill>
              <a:srgbClr val="FFFFFF"/>
            </a:solidFill>
            <a:prstDash val="solid"/>
          </a:ln>
        </p:spPr>
      </p:sp>
      <p:sp>
        <p:nvSpPr>
          <p:cNvPr id="40" name="Text 38"/>
          <p:cNvSpPr/>
          <p:nvPr/>
        </p:nvSpPr>
        <p:spPr>
          <a:xfrm>
            <a:off x="3586163"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W2</a:t>
            </a:r>
            <a:endParaRPr lang="en-US" sz="600" dirty="0"/>
          </a:p>
        </p:txBody>
      </p:sp>
      <p:sp>
        <p:nvSpPr>
          <p:cNvPr id="41" name="Shape 39"/>
          <p:cNvSpPr/>
          <p:nvPr/>
        </p:nvSpPr>
        <p:spPr>
          <a:xfrm>
            <a:off x="3811905" y="1143000"/>
            <a:ext cx="225743" cy="201168"/>
          </a:xfrm>
          <a:prstGeom prst="rect">
            <a:avLst/>
          </a:prstGeom>
          <a:solidFill>
            <a:srgbClr val="1A3A5C"/>
          </a:solidFill>
          <a:ln w="2540">
            <a:solidFill>
              <a:srgbClr val="FFFFFF"/>
            </a:solidFill>
            <a:prstDash val="solid"/>
          </a:ln>
        </p:spPr>
      </p:sp>
      <p:sp>
        <p:nvSpPr>
          <p:cNvPr id="42" name="Text 40"/>
          <p:cNvSpPr/>
          <p:nvPr/>
        </p:nvSpPr>
        <p:spPr>
          <a:xfrm>
            <a:off x="3811905"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W3</a:t>
            </a:r>
            <a:endParaRPr lang="en-US" sz="600" dirty="0"/>
          </a:p>
        </p:txBody>
      </p:sp>
      <p:sp>
        <p:nvSpPr>
          <p:cNvPr id="43" name="Shape 41"/>
          <p:cNvSpPr/>
          <p:nvPr/>
        </p:nvSpPr>
        <p:spPr>
          <a:xfrm>
            <a:off x="4037648" y="1143000"/>
            <a:ext cx="225743" cy="201168"/>
          </a:xfrm>
          <a:prstGeom prst="rect">
            <a:avLst/>
          </a:prstGeom>
          <a:solidFill>
            <a:srgbClr val="1F4E79"/>
          </a:solidFill>
          <a:ln w="2540">
            <a:solidFill>
              <a:srgbClr val="FFFFFF"/>
            </a:solidFill>
            <a:prstDash val="solid"/>
          </a:ln>
        </p:spPr>
      </p:sp>
      <p:sp>
        <p:nvSpPr>
          <p:cNvPr id="44" name="Text 42"/>
          <p:cNvSpPr/>
          <p:nvPr/>
        </p:nvSpPr>
        <p:spPr>
          <a:xfrm>
            <a:off x="4037648"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W4</a:t>
            </a:r>
            <a:endParaRPr lang="en-US" sz="600" dirty="0"/>
          </a:p>
        </p:txBody>
      </p:sp>
      <p:sp>
        <p:nvSpPr>
          <p:cNvPr id="45" name="Shape 43"/>
          <p:cNvSpPr/>
          <p:nvPr/>
        </p:nvSpPr>
        <p:spPr>
          <a:xfrm>
            <a:off x="4263390" y="1143000"/>
            <a:ext cx="225743" cy="201168"/>
          </a:xfrm>
          <a:prstGeom prst="rect">
            <a:avLst/>
          </a:prstGeom>
          <a:solidFill>
            <a:srgbClr val="1A3A5C"/>
          </a:solidFill>
          <a:ln w="2540">
            <a:solidFill>
              <a:srgbClr val="FFFFFF"/>
            </a:solidFill>
            <a:prstDash val="solid"/>
          </a:ln>
        </p:spPr>
      </p:sp>
      <p:sp>
        <p:nvSpPr>
          <p:cNvPr id="46" name="Text 44"/>
          <p:cNvSpPr/>
          <p:nvPr/>
        </p:nvSpPr>
        <p:spPr>
          <a:xfrm>
            <a:off x="4263390"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W1</a:t>
            </a:r>
            <a:endParaRPr lang="en-US" sz="600" dirty="0"/>
          </a:p>
        </p:txBody>
      </p:sp>
      <p:sp>
        <p:nvSpPr>
          <p:cNvPr id="47" name="Shape 45"/>
          <p:cNvSpPr/>
          <p:nvPr/>
        </p:nvSpPr>
        <p:spPr>
          <a:xfrm>
            <a:off x="4489133" y="1143000"/>
            <a:ext cx="225743" cy="201168"/>
          </a:xfrm>
          <a:prstGeom prst="rect">
            <a:avLst/>
          </a:prstGeom>
          <a:solidFill>
            <a:srgbClr val="1F4E79"/>
          </a:solidFill>
          <a:ln w="2540">
            <a:solidFill>
              <a:srgbClr val="FFFFFF"/>
            </a:solidFill>
            <a:prstDash val="solid"/>
          </a:ln>
        </p:spPr>
      </p:sp>
      <p:sp>
        <p:nvSpPr>
          <p:cNvPr id="48" name="Text 46"/>
          <p:cNvSpPr/>
          <p:nvPr/>
        </p:nvSpPr>
        <p:spPr>
          <a:xfrm>
            <a:off x="4489133"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W2</a:t>
            </a:r>
            <a:endParaRPr lang="en-US" sz="600" dirty="0"/>
          </a:p>
        </p:txBody>
      </p:sp>
      <p:sp>
        <p:nvSpPr>
          <p:cNvPr id="49" name="Shape 47"/>
          <p:cNvSpPr/>
          <p:nvPr/>
        </p:nvSpPr>
        <p:spPr>
          <a:xfrm>
            <a:off x="4714875" y="1143000"/>
            <a:ext cx="225743" cy="201168"/>
          </a:xfrm>
          <a:prstGeom prst="rect">
            <a:avLst/>
          </a:prstGeom>
          <a:solidFill>
            <a:srgbClr val="1A3A5C"/>
          </a:solidFill>
          <a:ln w="2540">
            <a:solidFill>
              <a:srgbClr val="FFFFFF"/>
            </a:solidFill>
            <a:prstDash val="solid"/>
          </a:ln>
        </p:spPr>
      </p:sp>
      <p:sp>
        <p:nvSpPr>
          <p:cNvPr id="50" name="Text 48"/>
          <p:cNvSpPr/>
          <p:nvPr/>
        </p:nvSpPr>
        <p:spPr>
          <a:xfrm>
            <a:off x="4714875"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W3</a:t>
            </a:r>
            <a:endParaRPr lang="en-US" sz="600" dirty="0"/>
          </a:p>
        </p:txBody>
      </p:sp>
      <p:sp>
        <p:nvSpPr>
          <p:cNvPr id="51" name="Shape 49"/>
          <p:cNvSpPr/>
          <p:nvPr/>
        </p:nvSpPr>
        <p:spPr>
          <a:xfrm>
            <a:off x="4940618" y="1143000"/>
            <a:ext cx="225743" cy="201168"/>
          </a:xfrm>
          <a:prstGeom prst="rect">
            <a:avLst/>
          </a:prstGeom>
          <a:solidFill>
            <a:srgbClr val="1F4E79"/>
          </a:solidFill>
          <a:ln w="2540">
            <a:solidFill>
              <a:srgbClr val="FFFFFF"/>
            </a:solidFill>
            <a:prstDash val="solid"/>
          </a:ln>
        </p:spPr>
      </p:sp>
      <p:sp>
        <p:nvSpPr>
          <p:cNvPr id="52" name="Text 50"/>
          <p:cNvSpPr/>
          <p:nvPr/>
        </p:nvSpPr>
        <p:spPr>
          <a:xfrm>
            <a:off x="4940618"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W4</a:t>
            </a:r>
            <a:endParaRPr lang="en-US" sz="600" dirty="0"/>
          </a:p>
        </p:txBody>
      </p:sp>
      <p:sp>
        <p:nvSpPr>
          <p:cNvPr id="53" name="Shape 51"/>
          <p:cNvSpPr/>
          <p:nvPr/>
        </p:nvSpPr>
        <p:spPr>
          <a:xfrm>
            <a:off x="5166360" y="1143000"/>
            <a:ext cx="225743" cy="201168"/>
          </a:xfrm>
          <a:prstGeom prst="rect">
            <a:avLst/>
          </a:prstGeom>
          <a:solidFill>
            <a:srgbClr val="1A3A5C"/>
          </a:solidFill>
          <a:ln w="2540">
            <a:solidFill>
              <a:srgbClr val="FFFFFF"/>
            </a:solidFill>
            <a:prstDash val="solid"/>
          </a:ln>
        </p:spPr>
      </p:sp>
      <p:sp>
        <p:nvSpPr>
          <p:cNvPr id="54" name="Text 52"/>
          <p:cNvSpPr/>
          <p:nvPr/>
        </p:nvSpPr>
        <p:spPr>
          <a:xfrm>
            <a:off x="5166360"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W1</a:t>
            </a:r>
            <a:endParaRPr lang="en-US" sz="600" dirty="0"/>
          </a:p>
        </p:txBody>
      </p:sp>
      <p:sp>
        <p:nvSpPr>
          <p:cNvPr id="55" name="Shape 53"/>
          <p:cNvSpPr/>
          <p:nvPr/>
        </p:nvSpPr>
        <p:spPr>
          <a:xfrm>
            <a:off x="5392103" y="1143000"/>
            <a:ext cx="225743" cy="201168"/>
          </a:xfrm>
          <a:prstGeom prst="rect">
            <a:avLst/>
          </a:prstGeom>
          <a:solidFill>
            <a:srgbClr val="1F4E79"/>
          </a:solidFill>
          <a:ln w="2540">
            <a:solidFill>
              <a:srgbClr val="FFFFFF"/>
            </a:solidFill>
            <a:prstDash val="solid"/>
          </a:ln>
        </p:spPr>
      </p:sp>
      <p:sp>
        <p:nvSpPr>
          <p:cNvPr id="56" name="Text 54"/>
          <p:cNvSpPr/>
          <p:nvPr/>
        </p:nvSpPr>
        <p:spPr>
          <a:xfrm>
            <a:off x="5392103"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W2</a:t>
            </a:r>
            <a:endParaRPr lang="en-US" sz="600" dirty="0"/>
          </a:p>
        </p:txBody>
      </p:sp>
      <p:sp>
        <p:nvSpPr>
          <p:cNvPr id="57" name="Shape 55"/>
          <p:cNvSpPr/>
          <p:nvPr/>
        </p:nvSpPr>
        <p:spPr>
          <a:xfrm>
            <a:off x="5617845" y="1143000"/>
            <a:ext cx="225743" cy="201168"/>
          </a:xfrm>
          <a:prstGeom prst="rect">
            <a:avLst/>
          </a:prstGeom>
          <a:solidFill>
            <a:srgbClr val="1A3A5C"/>
          </a:solidFill>
          <a:ln w="2540">
            <a:solidFill>
              <a:srgbClr val="FFFFFF"/>
            </a:solidFill>
            <a:prstDash val="solid"/>
          </a:ln>
        </p:spPr>
      </p:sp>
      <p:sp>
        <p:nvSpPr>
          <p:cNvPr id="58" name="Text 56"/>
          <p:cNvSpPr/>
          <p:nvPr/>
        </p:nvSpPr>
        <p:spPr>
          <a:xfrm>
            <a:off x="5617845"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W3</a:t>
            </a:r>
            <a:endParaRPr lang="en-US" sz="600" dirty="0"/>
          </a:p>
        </p:txBody>
      </p:sp>
      <p:sp>
        <p:nvSpPr>
          <p:cNvPr id="59" name="Shape 57"/>
          <p:cNvSpPr/>
          <p:nvPr/>
        </p:nvSpPr>
        <p:spPr>
          <a:xfrm>
            <a:off x="5843588" y="1143000"/>
            <a:ext cx="225743" cy="201168"/>
          </a:xfrm>
          <a:prstGeom prst="rect">
            <a:avLst/>
          </a:prstGeom>
          <a:solidFill>
            <a:srgbClr val="1F4E79"/>
          </a:solidFill>
          <a:ln w="2540">
            <a:solidFill>
              <a:srgbClr val="FFFFFF"/>
            </a:solidFill>
            <a:prstDash val="solid"/>
          </a:ln>
        </p:spPr>
      </p:sp>
      <p:sp>
        <p:nvSpPr>
          <p:cNvPr id="60" name="Text 58"/>
          <p:cNvSpPr/>
          <p:nvPr/>
        </p:nvSpPr>
        <p:spPr>
          <a:xfrm>
            <a:off x="5843588"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W4</a:t>
            </a:r>
            <a:endParaRPr lang="en-US" sz="600" dirty="0"/>
          </a:p>
        </p:txBody>
      </p:sp>
      <p:sp>
        <p:nvSpPr>
          <p:cNvPr id="61" name="Shape 59"/>
          <p:cNvSpPr/>
          <p:nvPr/>
        </p:nvSpPr>
        <p:spPr>
          <a:xfrm>
            <a:off x="6069330" y="1143000"/>
            <a:ext cx="225743" cy="201168"/>
          </a:xfrm>
          <a:prstGeom prst="rect">
            <a:avLst/>
          </a:prstGeom>
          <a:solidFill>
            <a:srgbClr val="1A3A5C"/>
          </a:solidFill>
          <a:ln w="2540">
            <a:solidFill>
              <a:srgbClr val="FFFFFF"/>
            </a:solidFill>
            <a:prstDash val="solid"/>
          </a:ln>
        </p:spPr>
      </p:sp>
      <p:sp>
        <p:nvSpPr>
          <p:cNvPr id="62" name="Text 60"/>
          <p:cNvSpPr/>
          <p:nvPr/>
        </p:nvSpPr>
        <p:spPr>
          <a:xfrm>
            <a:off x="6069330"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W1</a:t>
            </a:r>
            <a:endParaRPr lang="en-US" sz="600" dirty="0"/>
          </a:p>
        </p:txBody>
      </p:sp>
      <p:sp>
        <p:nvSpPr>
          <p:cNvPr id="63" name="Shape 61"/>
          <p:cNvSpPr/>
          <p:nvPr/>
        </p:nvSpPr>
        <p:spPr>
          <a:xfrm>
            <a:off x="6295073" y="1143000"/>
            <a:ext cx="225743" cy="201168"/>
          </a:xfrm>
          <a:prstGeom prst="rect">
            <a:avLst/>
          </a:prstGeom>
          <a:solidFill>
            <a:srgbClr val="1F4E79"/>
          </a:solidFill>
          <a:ln w="2540">
            <a:solidFill>
              <a:srgbClr val="FFFFFF"/>
            </a:solidFill>
            <a:prstDash val="solid"/>
          </a:ln>
        </p:spPr>
      </p:sp>
      <p:sp>
        <p:nvSpPr>
          <p:cNvPr id="64" name="Text 62"/>
          <p:cNvSpPr/>
          <p:nvPr/>
        </p:nvSpPr>
        <p:spPr>
          <a:xfrm>
            <a:off x="6295073"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W2</a:t>
            </a:r>
            <a:endParaRPr lang="en-US" sz="600" dirty="0"/>
          </a:p>
        </p:txBody>
      </p:sp>
      <p:sp>
        <p:nvSpPr>
          <p:cNvPr id="65" name="Shape 63"/>
          <p:cNvSpPr/>
          <p:nvPr/>
        </p:nvSpPr>
        <p:spPr>
          <a:xfrm>
            <a:off x="6520815" y="1143000"/>
            <a:ext cx="225743" cy="201168"/>
          </a:xfrm>
          <a:prstGeom prst="rect">
            <a:avLst/>
          </a:prstGeom>
          <a:solidFill>
            <a:srgbClr val="1A3A5C"/>
          </a:solidFill>
          <a:ln w="2540">
            <a:solidFill>
              <a:srgbClr val="FFFFFF"/>
            </a:solidFill>
            <a:prstDash val="solid"/>
          </a:ln>
        </p:spPr>
      </p:sp>
      <p:sp>
        <p:nvSpPr>
          <p:cNvPr id="66" name="Text 64"/>
          <p:cNvSpPr/>
          <p:nvPr/>
        </p:nvSpPr>
        <p:spPr>
          <a:xfrm>
            <a:off x="6520815"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W3</a:t>
            </a:r>
            <a:endParaRPr lang="en-US" sz="600" dirty="0"/>
          </a:p>
        </p:txBody>
      </p:sp>
      <p:sp>
        <p:nvSpPr>
          <p:cNvPr id="67" name="Shape 65"/>
          <p:cNvSpPr/>
          <p:nvPr/>
        </p:nvSpPr>
        <p:spPr>
          <a:xfrm>
            <a:off x="6746558" y="1143000"/>
            <a:ext cx="225743" cy="201168"/>
          </a:xfrm>
          <a:prstGeom prst="rect">
            <a:avLst/>
          </a:prstGeom>
          <a:solidFill>
            <a:srgbClr val="1F4E79"/>
          </a:solidFill>
          <a:ln w="2540">
            <a:solidFill>
              <a:srgbClr val="FFFFFF"/>
            </a:solidFill>
            <a:prstDash val="solid"/>
          </a:ln>
        </p:spPr>
      </p:sp>
      <p:sp>
        <p:nvSpPr>
          <p:cNvPr id="68" name="Text 66"/>
          <p:cNvSpPr/>
          <p:nvPr/>
        </p:nvSpPr>
        <p:spPr>
          <a:xfrm>
            <a:off x="6746558"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W4</a:t>
            </a:r>
            <a:endParaRPr lang="en-US" sz="600" dirty="0"/>
          </a:p>
        </p:txBody>
      </p:sp>
      <p:sp>
        <p:nvSpPr>
          <p:cNvPr id="69" name="Shape 67"/>
          <p:cNvSpPr/>
          <p:nvPr/>
        </p:nvSpPr>
        <p:spPr>
          <a:xfrm>
            <a:off x="6972300" y="1143000"/>
            <a:ext cx="225743" cy="201168"/>
          </a:xfrm>
          <a:prstGeom prst="rect">
            <a:avLst/>
          </a:prstGeom>
          <a:solidFill>
            <a:srgbClr val="1A3A5C"/>
          </a:solidFill>
          <a:ln w="2540">
            <a:solidFill>
              <a:srgbClr val="FFFFFF"/>
            </a:solidFill>
            <a:prstDash val="solid"/>
          </a:ln>
        </p:spPr>
      </p:sp>
      <p:sp>
        <p:nvSpPr>
          <p:cNvPr id="70" name="Text 68"/>
          <p:cNvSpPr/>
          <p:nvPr/>
        </p:nvSpPr>
        <p:spPr>
          <a:xfrm>
            <a:off x="6972300"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W1</a:t>
            </a:r>
            <a:endParaRPr lang="en-US" sz="600" dirty="0"/>
          </a:p>
        </p:txBody>
      </p:sp>
      <p:sp>
        <p:nvSpPr>
          <p:cNvPr id="71" name="Shape 69"/>
          <p:cNvSpPr/>
          <p:nvPr/>
        </p:nvSpPr>
        <p:spPr>
          <a:xfrm>
            <a:off x="7198043" y="1143000"/>
            <a:ext cx="225743" cy="201168"/>
          </a:xfrm>
          <a:prstGeom prst="rect">
            <a:avLst/>
          </a:prstGeom>
          <a:solidFill>
            <a:srgbClr val="1F4E79"/>
          </a:solidFill>
          <a:ln w="2540">
            <a:solidFill>
              <a:srgbClr val="FFFFFF"/>
            </a:solidFill>
            <a:prstDash val="solid"/>
          </a:ln>
        </p:spPr>
      </p:sp>
      <p:sp>
        <p:nvSpPr>
          <p:cNvPr id="72" name="Text 70"/>
          <p:cNvSpPr/>
          <p:nvPr/>
        </p:nvSpPr>
        <p:spPr>
          <a:xfrm>
            <a:off x="7198043"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W2</a:t>
            </a:r>
            <a:endParaRPr lang="en-US" sz="600" dirty="0"/>
          </a:p>
        </p:txBody>
      </p:sp>
      <p:sp>
        <p:nvSpPr>
          <p:cNvPr id="73" name="Shape 71"/>
          <p:cNvSpPr/>
          <p:nvPr/>
        </p:nvSpPr>
        <p:spPr>
          <a:xfrm>
            <a:off x="7423785" y="1143000"/>
            <a:ext cx="225743" cy="201168"/>
          </a:xfrm>
          <a:prstGeom prst="rect">
            <a:avLst/>
          </a:prstGeom>
          <a:solidFill>
            <a:srgbClr val="1A3A5C"/>
          </a:solidFill>
          <a:ln w="2540">
            <a:solidFill>
              <a:srgbClr val="FFFFFF"/>
            </a:solidFill>
            <a:prstDash val="solid"/>
          </a:ln>
        </p:spPr>
      </p:sp>
      <p:sp>
        <p:nvSpPr>
          <p:cNvPr id="74" name="Text 72"/>
          <p:cNvSpPr/>
          <p:nvPr/>
        </p:nvSpPr>
        <p:spPr>
          <a:xfrm>
            <a:off x="7423785"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W3</a:t>
            </a:r>
            <a:endParaRPr lang="en-US" sz="600" dirty="0"/>
          </a:p>
        </p:txBody>
      </p:sp>
      <p:sp>
        <p:nvSpPr>
          <p:cNvPr id="75" name="Shape 73"/>
          <p:cNvSpPr/>
          <p:nvPr/>
        </p:nvSpPr>
        <p:spPr>
          <a:xfrm>
            <a:off x="7649528" y="1143000"/>
            <a:ext cx="225743" cy="201168"/>
          </a:xfrm>
          <a:prstGeom prst="rect">
            <a:avLst/>
          </a:prstGeom>
          <a:solidFill>
            <a:srgbClr val="1F4E79"/>
          </a:solidFill>
          <a:ln w="2540">
            <a:solidFill>
              <a:srgbClr val="FFFFFF"/>
            </a:solidFill>
            <a:prstDash val="solid"/>
          </a:ln>
        </p:spPr>
      </p:sp>
      <p:sp>
        <p:nvSpPr>
          <p:cNvPr id="76" name="Text 74"/>
          <p:cNvSpPr/>
          <p:nvPr/>
        </p:nvSpPr>
        <p:spPr>
          <a:xfrm>
            <a:off x="7649528"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W4</a:t>
            </a:r>
            <a:endParaRPr lang="en-US" sz="600" dirty="0"/>
          </a:p>
        </p:txBody>
      </p:sp>
      <p:sp>
        <p:nvSpPr>
          <p:cNvPr id="77" name="Shape 75"/>
          <p:cNvSpPr/>
          <p:nvPr/>
        </p:nvSpPr>
        <p:spPr>
          <a:xfrm>
            <a:off x="7875270" y="1143000"/>
            <a:ext cx="225743" cy="201168"/>
          </a:xfrm>
          <a:prstGeom prst="rect">
            <a:avLst/>
          </a:prstGeom>
          <a:solidFill>
            <a:srgbClr val="1A3A5C"/>
          </a:solidFill>
          <a:ln w="2540">
            <a:solidFill>
              <a:srgbClr val="FFFFFF"/>
            </a:solidFill>
            <a:prstDash val="solid"/>
          </a:ln>
        </p:spPr>
      </p:sp>
      <p:sp>
        <p:nvSpPr>
          <p:cNvPr id="78" name="Text 76"/>
          <p:cNvSpPr/>
          <p:nvPr/>
        </p:nvSpPr>
        <p:spPr>
          <a:xfrm>
            <a:off x="7875270"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W1</a:t>
            </a:r>
            <a:endParaRPr lang="en-US" sz="600" dirty="0"/>
          </a:p>
        </p:txBody>
      </p:sp>
      <p:sp>
        <p:nvSpPr>
          <p:cNvPr id="79" name="Shape 77"/>
          <p:cNvSpPr/>
          <p:nvPr/>
        </p:nvSpPr>
        <p:spPr>
          <a:xfrm>
            <a:off x="8101013" y="1143000"/>
            <a:ext cx="225743" cy="201168"/>
          </a:xfrm>
          <a:prstGeom prst="rect">
            <a:avLst/>
          </a:prstGeom>
          <a:solidFill>
            <a:srgbClr val="1F4E79"/>
          </a:solidFill>
          <a:ln w="2540">
            <a:solidFill>
              <a:srgbClr val="FFFFFF"/>
            </a:solidFill>
            <a:prstDash val="solid"/>
          </a:ln>
        </p:spPr>
      </p:sp>
      <p:sp>
        <p:nvSpPr>
          <p:cNvPr id="80" name="Text 78"/>
          <p:cNvSpPr/>
          <p:nvPr/>
        </p:nvSpPr>
        <p:spPr>
          <a:xfrm>
            <a:off x="8101013"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W2</a:t>
            </a:r>
            <a:endParaRPr lang="en-US" sz="600" dirty="0"/>
          </a:p>
        </p:txBody>
      </p:sp>
      <p:sp>
        <p:nvSpPr>
          <p:cNvPr id="81" name="Shape 79"/>
          <p:cNvSpPr/>
          <p:nvPr/>
        </p:nvSpPr>
        <p:spPr>
          <a:xfrm>
            <a:off x="8326755" y="1143000"/>
            <a:ext cx="225743" cy="201168"/>
          </a:xfrm>
          <a:prstGeom prst="rect">
            <a:avLst/>
          </a:prstGeom>
          <a:solidFill>
            <a:srgbClr val="1A3A5C"/>
          </a:solidFill>
          <a:ln w="2540">
            <a:solidFill>
              <a:srgbClr val="FFFFFF"/>
            </a:solidFill>
            <a:prstDash val="solid"/>
          </a:ln>
        </p:spPr>
      </p:sp>
      <p:sp>
        <p:nvSpPr>
          <p:cNvPr id="82" name="Text 80"/>
          <p:cNvSpPr/>
          <p:nvPr/>
        </p:nvSpPr>
        <p:spPr>
          <a:xfrm>
            <a:off x="8326755"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W3</a:t>
            </a:r>
            <a:endParaRPr lang="en-US" sz="600" dirty="0"/>
          </a:p>
        </p:txBody>
      </p:sp>
      <p:sp>
        <p:nvSpPr>
          <p:cNvPr id="83" name="Shape 81"/>
          <p:cNvSpPr/>
          <p:nvPr/>
        </p:nvSpPr>
        <p:spPr>
          <a:xfrm>
            <a:off x="8552498" y="1143000"/>
            <a:ext cx="225743" cy="201168"/>
          </a:xfrm>
          <a:prstGeom prst="rect">
            <a:avLst/>
          </a:prstGeom>
          <a:solidFill>
            <a:srgbClr val="1F4E79"/>
          </a:solidFill>
          <a:ln w="2540">
            <a:solidFill>
              <a:srgbClr val="FFFFFF"/>
            </a:solidFill>
            <a:prstDash val="solid"/>
          </a:ln>
        </p:spPr>
      </p:sp>
      <p:sp>
        <p:nvSpPr>
          <p:cNvPr id="84" name="Text 82"/>
          <p:cNvSpPr/>
          <p:nvPr/>
        </p:nvSpPr>
        <p:spPr>
          <a:xfrm>
            <a:off x="8552498" y="1143000"/>
            <a:ext cx="225743" cy="201168"/>
          </a:xfrm>
          <a:prstGeom prst="rect">
            <a:avLst/>
          </a:prstGeom>
          <a:noFill/>
          <a:ln/>
        </p:spPr>
        <p:txBody>
          <a:bodyPr wrap="square" lIns="0" tIns="0" rIns="0" bIns="0" rtlCol="0" anchor="ctr"/>
          <a:lstStyle/>
          <a:p>
            <a:pPr marL="0" indent="0" algn="ctr">
              <a:buNone/>
            </a:pPr>
            <a:r>
              <a:rPr lang="en-US" sz="600" dirty="0">
                <a:solidFill>
                  <a:srgbClr val="FFFFFF"/>
                </a:solidFill>
              </a:rPr>
              <a:t>W4</a:t>
            </a:r>
            <a:endParaRPr lang="en-US" sz="600" dirty="0"/>
          </a:p>
        </p:txBody>
      </p:sp>
      <p:sp>
        <p:nvSpPr>
          <p:cNvPr id="85" name="Shape 83"/>
          <p:cNvSpPr/>
          <p:nvPr/>
        </p:nvSpPr>
        <p:spPr>
          <a:xfrm>
            <a:off x="347472" y="1371600"/>
            <a:ext cx="1207008" cy="420624"/>
          </a:xfrm>
          <a:prstGeom prst="rect">
            <a:avLst/>
          </a:prstGeom>
          <a:solidFill>
            <a:srgbClr val="FFFFFF"/>
          </a:solidFill>
          <a:ln w="3810">
            <a:solidFill>
              <a:srgbClr val="CCCCCC"/>
            </a:solidFill>
            <a:prstDash val="solid"/>
          </a:ln>
        </p:spPr>
      </p:sp>
      <p:sp>
        <p:nvSpPr>
          <p:cNvPr id="86" name="Text 84"/>
          <p:cNvSpPr/>
          <p:nvPr/>
        </p:nvSpPr>
        <p:spPr>
          <a:xfrm>
            <a:off x="411480" y="1371600"/>
            <a:ext cx="1115568" cy="420624"/>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Proposal</a:t>
            </a:r>
            <a:endParaRPr lang="en-US" sz="1300" dirty="0"/>
          </a:p>
        </p:txBody>
      </p:sp>
      <p:sp>
        <p:nvSpPr>
          <p:cNvPr id="87" name="Shape 85"/>
          <p:cNvSpPr/>
          <p:nvPr/>
        </p:nvSpPr>
        <p:spPr>
          <a:xfrm>
            <a:off x="1554480" y="1371600"/>
            <a:ext cx="225743" cy="420624"/>
          </a:xfrm>
          <a:prstGeom prst="rect">
            <a:avLst/>
          </a:prstGeom>
          <a:solidFill>
            <a:srgbClr val="2E7D32"/>
          </a:solidFill>
          <a:ln w="2540">
            <a:solidFill>
              <a:srgbClr val="CCCCCC"/>
            </a:solidFill>
            <a:prstDash val="solid"/>
          </a:ln>
        </p:spPr>
      </p:sp>
      <p:sp>
        <p:nvSpPr>
          <p:cNvPr id="88" name="Shape 86"/>
          <p:cNvSpPr/>
          <p:nvPr/>
        </p:nvSpPr>
        <p:spPr>
          <a:xfrm>
            <a:off x="1780223" y="1371600"/>
            <a:ext cx="225743" cy="420624"/>
          </a:xfrm>
          <a:prstGeom prst="rect">
            <a:avLst/>
          </a:prstGeom>
          <a:solidFill>
            <a:srgbClr val="2E7D32"/>
          </a:solidFill>
          <a:ln w="2540">
            <a:solidFill>
              <a:srgbClr val="CCCCCC"/>
            </a:solidFill>
            <a:prstDash val="solid"/>
          </a:ln>
        </p:spPr>
      </p:sp>
      <p:sp>
        <p:nvSpPr>
          <p:cNvPr id="89" name="Shape 87"/>
          <p:cNvSpPr/>
          <p:nvPr/>
        </p:nvSpPr>
        <p:spPr>
          <a:xfrm>
            <a:off x="2005965" y="1371600"/>
            <a:ext cx="225743" cy="420624"/>
          </a:xfrm>
          <a:prstGeom prst="rect">
            <a:avLst/>
          </a:prstGeom>
          <a:solidFill>
            <a:srgbClr val="2E7D32"/>
          </a:solidFill>
          <a:ln w="2540">
            <a:solidFill>
              <a:srgbClr val="CCCCCC"/>
            </a:solidFill>
            <a:prstDash val="solid"/>
          </a:ln>
        </p:spPr>
      </p:sp>
      <p:sp>
        <p:nvSpPr>
          <p:cNvPr id="90" name="Shape 88"/>
          <p:cNvSpPr/>
          <p:nvPr/>
        </p:nvSpPr>
        <p:spPr>
          <a:xfrm>
            <a:off x="2231708" y="1371600"/>
            <a:ext cx="225743" cy="420624"/>
          </a:xfrm>
          <a:prstGeom prst="rect">
            <a:avLst/>
          </a:prstGeom>
          <a:solidFill>
            <a:srgbClr val="2E7D32"/>
          </a:solidFill>
          <a:ln w="2540">
            <a:solidFill>
              <a:srgbClr val="CCCCCC"/>
            </a:solidFill>
            <a:prstDash val="solid"/>
          </a:ln>
        </p:spPr>
      </p:sp>
      <p:sp>
        <p:nvSpPr>
          <p:cNvPr id="91" name="Shape 89"/>
          <p:cNvSpPr/>
          <p:nvPr/>
        </p:nvSpPr>
        <p:spPr>
          <a:xfrm>
            <a:off x="2457450" y="1371600"/>
            <a:ext cx="225743" cy="420624"/>
          </a:xfrm>
          <a:prstGeom prst="rect">
            <a:avLst/>
          </a:prstGeom>
          <a:solidFill>
            <a:srgbClr val="FFFFFF"/>
          </a:solidFill>
          <a:ln w="2540">
            <a:solidFill>
              <a:srgbClr val="CCCCCC"/>
            </a:solidFill>
            <a:prstDash val="solid"/>
          </a:ln>
        </p:spPr>
      </p:sp>
      <p:sp>
        <p:nvSpPr>
          <p:cNvPr id="92" name="Shape 90"/>
          <p:cNvSpPr/>
          <p:nvPr/>
        </p:nvSpPr>
        <p:spPr>
          <a:xfrm>
            <a:off x="2683193" y="1371600"/>
            <a:ext cx="225743" cy="420624"/>
          </a:xfrm>
          <a:prstGeom prst="rect">
            <a:avLst/>
          </a:prstGeom>
          <a:solidFill>
            <a:srgbClr val="FFFFFF"/>
          </a:solidFill>
          <a:ln w="2540">
            <a:solidFill>
              <a:srgbClr val="CCCCCC"/>
            </a:solidFill>
            <a:prstDash val="solid"/>
          </a:ln>
        </p:spPr>
      </p:sp>
      <p:sp>
        <p:nvSpPr>
          <p:cNvPr id="93" name="Shape 91"/>
          <p:cNvSpPr/>
          <p:nvPr/>
        </p:nvSpPr>
        <p:spPr>
          <a:xfrm>
            <a:off x="2908935" y="1371600"/>
            <a:ext cx="225743" cy="420624"/>
          </a:xfrm>
          <a:prstGeom prst="rect">
            <a:avLst/>
          </a:prstGeom>
          <a:solidFill>
            <a:srgbClr val="FFFFFF"/>
          </a:solidFill>
          <a:ln w="2540">
            <a:solidFill>
              <a:srgbClr val="CCCCCC"/>
            </a:solidFill>
            <a:prstDash val="solid"/>
          </a:ln>
        </p:spPr>
      </p:sp>
      <p:sp>
        <p:nvSpPr>
          <p:cNvPr id="94" name="Shape 92"/>
          <p:cNvSpPr/>
          <p:nvPr/>
        </p:nvSpPr>
        <p:spPr>
          <a:xfrm>
            <a:off x="3134678" y="1371600"/>
            <a:ext cx="225743" cy="420624"/>
          </a:xfrm>
          <a:prstGeom prst="rect">
            <a:avLst/>
          </a:prstGeom>
          <a:solidFill>
            <a:srgbClr val="FFFFFF"/>
          </a:solidFill>
          <a:ln w="2540">
            <a:solidFill>
              <a:srgbClr val="CCCCCC"/>
            </a:solidFill>
            <a:prstDash val="solid"/>
          </a:ln>
        </p:spPr>
      </p:sp>
      <p:sp>
        <p:nvSpPr>
          <p:cNvPr id="95" name="Shape 93"/>
          <p:cNvSpPr/>
          <p:nvPr/>
        </p:nvSpPr>
        <p:spPr>
          <a:xfrm>
            <a:off x="3360420" y="1371600"/>
            <a:ext cx="225743" cy="420624"/>
          </a:xfrm>
          <a:prstGeom prst="rect">
            <a:avLst/>
          </a:prstGeom>
          <a:solidFill>
            <a:srgbClr val="FFFFFF"/>
          </a:solidFill>
          <a:ln w="2540">
            <a:solidFill>
              <a:srgbClr val="CCCCCC"/>
            </a:solidFill>
            <a:prstDash val="solid"/>
          </a:ln>
        </p:spPr>
      </p:sp>
      <p:sp>
        <p:nvSpPr>
          <p:cNvPr id="96" name="Shape 94"/>
          <p:cNvSpPr/>
          <p:nvPr/>
        </p:nvSpPr>
        <p:spPr>
          <a:xfrm>
            <a:off x="3586163" y="1371600"/>
            <a:ext cx="225743" cy="420624"/>
          </a:xfrm>
          <a:prstGeom prst="rect">
            <a:avLst/>
          </a:prstGeom>
          <a:solidFill>
            <a:srgbClr val="FFFFFF"/>
          </a:solidFill>
          <a:ln w="2540">
            <a:solidFill>
              <a:srgbClr val="CCCCCC"/>
            </a:solidFill>
            <a:prstDash val="solid"/>
          </a:ln>
        </p:spPr>
      </p:sp>
      <p:sp>
        <p:nvSpPr>
          <p:cNvPr id="97" name="Shape 95"/>
          <p:cNvSpPr/>
          <p:nvPr/>
        </p:nvSpPr>
        <p:spPr>
          <a:xfrm>
            <a:off x="3811905" y="1371600"/>
            <a:ext cx="225743" cy="420624"/>
          </a:xfrm>
          <a:prstGeom prst="rect">
            <a:avLst/>
          </a:prstGeom>
          <a:solidFill>
            <a:srgbClr val="FFFFFF"/>
          </a:solidFill>
          <a:ln w="2540">
            <a:solidFill>
              <a:srgbClr val="CCCCCC"/>
            </a:solidFill>
            <a:prstDash val="solid"/>
          </a:ln>
        </p:spPr>
      </p:sp>
      <p:sp>
        <p:nvSpPr>
          <p:cNvPr id="98" name="Shape 96"/>
          <p:cNvSpPr/>
          <p:nvPr/>
        </p:nvSpPr>
        <p:spPr>
          <a:xfrm>
            <a:off x="4037648" y="1371600"/>
            <a:ext cx="225743" cy="420624"/>
          </a:xfrm>
          <a:prstGeom prst="rect">
            <a:avLst/>
          </a:prstGeom>
          <a:solidFill>
            <a:srgbClr val="FFFFFF"/>
          </a:solidFill>
          <a:ln w="2540">
            <a:solidFill>
              <a:srgbClr val="CCCCCC"/>
            </a:solidFill>
            <a:prstDash val="solid"/>
          </a:ln>
        </p:spPr>
      </p:sp>
      <p:sp>
        <p:nvSpPr>
          <p:cNvPr id="99" name="Shape 97"/>
          <p:cNvSpPr/>
          <p:nvPr/>
        </p:nvSpPr>
        <p:spPr>
          <a:xfrm>
            <a:off x="4263390" y="1371600"/>
            <a:ext cx="225743" cy="420624"/>
          </a:xfrm>
          <a:prstGeom prst="rect">
            <a:avLst/>
          </a:prstGeom>
          <a:solidFill>
            <a:srgbClr val="FFFFFF"/>
          </a:solidFill>
          <a:ln w="2540">
            <a:solidFill>
              <a:srgbClr val="CCCCCC"/>
            </a:solidFill>
            <a:prstDash val="solid"/>
          </a:ln>
        </p:spPr>
      </p:sp>
      <p:sp>
        <p:nvSpPr>
          <p:cNvPr id="100" name="Shape 98"/>
          <p:cNvSpPr/>
          <p:nvPr/>
        </p:nvSpPr>
        <p:spPr>
          <a:xfrm>
            <a:off x="4489133" y="1371600"/>
            <a:ext cx="225743" cy="420624"/>
          </a:xfrm>
          <a:prstGeom prst="rect">
            <a:avLst/>
          </a:prstGeom>
          <a:solidFill>
            <a:srgbClr val="FFFFFF"/>
          </a:solidFill>
          <a:ln w="2540">
            <a:solidFill>
              <a:srgbClr val="CCCCCC"/>
            </a:solidFill>
            <a:prstDash val="solid"/>
          </a:ln>
        </p:spPr>
      </p:sp>
      <p:sp>
        <p:nvSpPr>
          <p:cNvPr id="101" name="Shape 99"/>
          <p:cNvSpPr/>
          <p:nvPr/>
        </p:nvSpPr>
        <p:spPr>
          <a:xfrm>
            <a:off x="4714875" y="1371600"/>
            <a:ext cx="225743" cy="420624"/>
          </a:xfrm>
          <a:prstGeom prst="rect">
            <a:avLst/>
          </a:prstGeom>
          <a:solidFill>
            <a:srgbClr val="FFFFFF"/>
          </a:solidFill>
          <a:ln w="2540">
            <a:solidFill>
              <a:srgbClr val="CCCCCC"/>
            </a:solidFill>
            <a:prstDash val="solid"/>
          </a:ln>
        </p:spPr>
      </p:sp>
      <p:sp>
        <p:nvSpPr>
          <p:cNvPr id="102" name="Shape 100"/>
          <p:cNvSpPr/>
          <p:nvPr/>
        </p:nvSpPr>
        <p:spPr>
          <a:xfrm>
            <a:off x="4940618" y="1371600"/>
            <a:ext cx="225743" cy="420624"/>
          </a:xfrm>
          <a:prstGeom prst="rect">
            <a:avLst/>
          </a:prstGeom>
          <a:solidFill>
            <a:srgbClr val="FFFFFF"/>
          </a:solidFill>
          <a:ln w="2540">
            <a:solidFill>
              <a:srgbClr val="CCCCCC"/>
            </a:solidFill>
            <a:prstDash val="solid"/>
          </a:ln>
        </p:spPr>
      </p:sp>
      <p:sp>
        <p:nvSpPr>
          <p:cNvPr id="103" name="Shape 101"/>
          <p:cNvSpPr/>
          <p:nvPr/>
        </p:nvSpPr>
        <p:spPr>
          <a:xfrm>
            <a:off x="5166360" y="1371600"/>
            <a:ext cx="225743" cy="420624"/>
          </a:xfrm>
          <a:prstGeom prst="rect">
            <a:avLst/>
          </a:prstGeom>
          <a:solidFill>
            <a:srgbClr val="FFFFFF"/>
          </a:solidFill>
          <a:ln w="2540">
            <a:solidFill>
              <a:srgbClr val="CCCCCC"/>
            </a:solidFill>
            <a:prstDash val="solid"/>
          </a:ln>
        </p:spPr>
      </p:sp>
      <p:sp>
        <p:nvSpPr>
          <p:cNvPr id="104" name="Shape 102"/>
          <p:cNvSpPr/>
          <p:nvPr/>
        </p:nvSpPr>
        <p:spPr>
          <a:xfrm>
            <a:off x="5392103" y="1371600"/>
            <a:ext cx="225743" cy="420624"/>
          </a:xfrm>
          <a:prstGeom prst="rect">
            <a:avLst/>
          </a:prstGeom>
          <a:solidFill>
            <a:srgbClr val="FFFFFF"/>
          </a:solidFill>
          <a:ln w="2540">
            <a:solidFill>
              <a:srgbClr val="CCCCCC"/>
            </a:solidFill>
            <a:prstDash val="solid"/>
          </a:ln>
        </p:spPr>
      </p:sp>
      <p:sp>
        <p:nvSpPr>
          <p:cNvPr id="105" name="Shape 103"/>
          <p:cNvSpPr/>
          <p:nvPr/>
        </p:nvSpPr>
        <p:spPr>
          <a:xfrm>
            <a:off x="5617845" y="1371600"/>
            <a:ext cx="225743" cy="420624"/>
          </a:xfrm>
          <a:prstGeom prst="rect">
            <a:avLst/>
          </a:prstGeom>
          <a:solidFill>
            <a:srgbClr val="FFFFFF"/>
          </a:solidFill>
          <a:ln w="2540">
            <a:solidFill>
              <a:srgbClr val="CCCCCC"/>
            </a:solidFill>
            <a:prstDash val="solid"/>
          </a:ln>
        </p:spPr>
      </p:sp>
      <p:sp>
        <p:nvSpPr>
          <p:cNvPr id="106" name="Shape 104"/>
          <p:cNvSpPr/>
          <p:nvPr/>
        </p:nvSpPr>
        <p:spPr>
          <a:xfrm>
            <a:off x="5843588" y="1371600"/>
            <a:ext cx="225743" cy="420624"/>
          </a:xfrm>
          <a:prstGeom prst="rect">
            <a:avLst/>
          </a:prstGeom>
          <a:solidFill>
            <a:srgbClr val="FFFFFF"/>
          </a:solidFill>
          <a:ln w="2540">
            <a:solidFill>
              <a:srgbClr val="CCCCCC"/>
            </a:solidFill>
            <a:prstDash val="solid"/>
          </a:ln>
        </p:spPr>
      </p:sp>
      <p:sp>
        <p:nvSpPr>
          <p:cNvPr id="107" name="Shape 105"/>
          <p:cNvSpPr/>
          <p:nvPr/>
        </p:nvSpPr>
        <p:spPr>
          <a:xfrm>
            <a:off x="6069330" y="1371600"/>
            <a:ext cx="225743" cy="420624"/>
          </a:xfrm>
          <a:prstGeom prst="rect">
            <a:avLst/>
          </a:prstGeom>
          <a:solidFill>
            <a:srgbClr val="FFFFFF"/>
          </a:solidFill>
          <a:ln w="2540">
            <a:solidFill>
              <a:srgbClr val="CCCCCC"/>
            </a:solidFill>
            <a:prstDash val="solid"/>
          </a:ln>
        </p:spPr>
      </p:sp>
      <p:sp>
        <p:nvSpPr>
          <p:cNvPr id="108" name="Shape 106"/>
          <p:cNvSpPr/>
          <p:nvPr/>
        </p:nvSpPr>
        <p:spPr>
          <a:xfrm>
            <a:off x="6295073" y="1371600"/>
            <a:ext cx="225743" cy="420624"/>
          </a:xfrm>
          <a:prstGeom prst="rect">
            <a:avLst/>
          </a:prstGeom>
          <a:solidFill>
            <a:srgbClr val="FFFFFF"/>
          </a:solidFill>
          <a:ln w="2540">
            <a:solidFill>
              <a:srgbClr val="CCCCCC"/>
            </a:solidFill>
            <a:prstDash val="solid"/>
          </a:ln>
        </p:spPr>
      </p:sp>
      <p:sp>
        <p:nvSpPr>
          <p:cNvPr id="109" name="Shape 107"/>
          <p:cNvSpPr/>
          <p:nvPr/>
        </p:nvSpPr>
        <p:spPr>
          <a:xfrm>
            <a:off x="6520815" y="1371600"/>
            <a:ext cx="225743" cy="420624"/>
          </a:xfrm>
          <a:prstGeom prst="rect">
            <a:avLst/>
          </a:prstGeom>
          <a:solidFill>
            <a:srgbClr val="FFFFFF"/>
          </a:solidFill>
          <a:ln w="2540">
            <a:solidFill>
              <a:srgbClr val="CCCCCC"/>
            </a:solidFill>
            <a:prstDash val="solid"/>
          </a:ln>
        </p:spPr>
      </p:sp>
      <p:sp>
        <p:nvSpPr>
          <p:cNvPr id="110" name="Shape 108"/>
          <p:cNvSpPr/>
          <p:nvPr/>
        </p:nvSpPr>
        <p:spPr>
          <a:xfrm>
            <a:off x="6746558" y="1371600"/>
            <a:ext cx="225743" cy="420624"/>
          </a:xfrm>
          <a:prstGeom prst="rect">
            <a:avLst/>
          </a:prstGeom>
          <a:solidFill>
            <a:srgbClr val="FFFFFF"/>
          </a:solidFill>
          <a:ln w="2540">
            <a:solidFill>
              <a:srgbClr val="CCCCCC"/>
            </a:solidFill>
            <a:prstDash val="solid"/>
          </a:ln>
        </p:spPr>
      </p:sp>
      <p:sp>
        <p:nvSpPr>
          <p:cNvPr id="111" name="Shape 109"/>
          <p:cNvSpPr/>
          <p:nvPr/>
        </p:nvSpPr>
        <p:spPr>
          <a:xfrm>
            <a:off x="6972300" y="1371600"/>
            <a:ext cx="225743" cy="420624"/>
          </a:xfrm>
          <a:prstGeom prst="rect">
            <a:avLst/>
          </a:prstGeom>
          <a:solidFill>
            <a:srgbClr val="FFFFFF"/>
          </a:solidFill>
          <a:ln w="2540">
            <a:solidFill>
              <a:srgbClr val="CCCCCC"/>
            </a:solidFill>
            <a:prstDash val="solid"/>
          </a:ln>
        </p:spPr>
      </p:sp>
      <p:sp>
        <p:nvSpPr>
          <p:cNvPr id="112" name="Shape 110"/>
          <p:cNvSpPr/>
          <p:nvPr/>
        </p:nvSpPr>
        <p:spPr>
          <a:xfrm>
            <a:off x="7198043" y="1371600"/>
            <a:ext cx="225743" cy="420624"/>
          </a:xfrm>
          <a:prstGeom prst="rect">
            <a:avLst/>
          </a:prstGeom>
          <a:solidFill>
            <a:srgbClr val="FFFFFF"/>
          </a:solidFill>
          <a:ln w="2540">
            <a:solidFill>
              <a:srgbClr val="CCCCCC"/>
            </a:solidFill>
            <a:prstDash val="solid"/>
          </a:ln>
        </p:spPr>
      </p:sp>
      <p:sp>
        <p:nvSpPr>
          <p:cNvPr id="113" name="Shape 111"/>
          <p:cNvSpPr/>
          <p:nvPr/>
        </p:nvSpPr>
        <p:spPr>
          <a:xfrm>
            <a:off x="7423785" y="1371600"/>
            <a:ext cx="225743" cy="420624"/>
          </a:xfrm>
          <a:prstGeom prst="rect">
            <a:avLst/>
          </a:prstGeom>
          <a:solidFill>
            <a:srgbClr val="FFFFFF"/>
          </a:solidFill>
          <a:ln w="2540">
            <a:solidFill>
              <a:srgbClr val="CCCCCC"/>
            </a:solidFill>
            <a:prstDash val="solid"/>
          </a:ln>
        </p:spPr>
      </p:sp>
      <p:sp>
        <p:nvSpPr>
          <p:cNvPr id="114" name="Shape 112"/>
          <p:cNvSpPr/>
          <p:nvPr/>
        </p:nvSpPr>
        <p:spPr>
          <a:xfrm>
            <a:off x="7649528" y="1371600"/>
            <a:ext cx="225743" cy="420624"/>
          </a:xfrm>
          <a:prstGeom prst="rect">
            <a:avLst/>
          </a:prstGeom>
          <a:solidFill>
            <a:srgbClr val="FFFFFF"/>
          </a:solidFill>
          <a:ln w="2540">
            <a:solidFill>
              <a:srgbClr val="CCCCCC"/>
            </a:solidFill>
            <a:prstDash val="solid"/>
          </a:ln>
        </p:spPr>
      </p:sp>
      <p:sp>
        <p:nvSpPr>
          <p:cNvPr id="115" name="Shape 113"/>
          <p:cNvSpPr/>
          <p:nvPr/>
        </p:nvSpPr>
        <p:spPr>
          <a:xfrm>
            <a:off x="7875270" y="1371600"/>
            <a:ext cx="225743" cy="420624"/>
          </a:xfrm>
          <a:prstGeom prst="rect">
            <a:avLst/>
          </a:prstGeom>
          <a:solidFill>
            <a:srgbClr val="FFFFFF"/>
          </a:solidFill>
          <a:ln w="2540">
            <a:solidFill>
              <a:srgbClr val="CCCCCC"/>
            </a:solidFill>
            <a:prstDash val="solid"/>
          </a:ln>
        </p:spPr>
      </p:sp>
      <p:sp>
        <p:nvSpPr>
          <p:cNvPr id="116" name="Shape 114"/>
          <p:cNvSpPr/>
          <p:nvPr/>
        </p:nvSpPr>
        <p:spPr>
          <a:xfrm>
            <a:off x="8101013" y="1371600"/>
            <a:ext cx="225743" cy="420624"/>
          </a:xfrm>
          <a:prstGeom prst="rect">
            <a:avLst/>
          </a:prstGeom>
          <a:solidFill>
            <a:srgbClr val="FFFFFF"/>
          </a:solidFill>
          <a:ln w="2540">
            <a:solidFill>
              <a:srgbClr val="CCCCCC"/>
            </a:solidFill>
            <a:prstDash val="solid"/>
          </a:ln>
        </p:spPr>
      </p:sp>
      <p:sp>
        <p:nvSpPr>
          <p:cNvPr id="117" name="Shape 115"/>
          <p:cNvSpPr/>
          <p:nvPr/>
        </p:nvSpPr>
        <p:spPr>
          <a:xfrm>
            <a:off x="8326755" y="1371600"/>
            <a:ext cx="225743" cy="420624"/>
          </a:xfrm>
          <a:prstGeom prst="rect">
            <a:avLst/>
          </a:prstGeom>
          <a:solidFill>
            <a:srgbClr val="FFFFFF"/>
          </a:solidFill>
          <a:ln w="2540">
            <a:solidFill>
              <a:srgbClr val="CCCCCC"/>
            </a:solidFill>
            <a:prstDash val="solid"/>
          </a:ln>
        </p:spPr>
      </p:sp>
      <p:sp>
        <p:nvSpPr>
          <p:cNvPr id="118" name="Shape 116"/>
          <p:cNvSpPr/>
          <p:nvPr/>
        </p:nvSpPr>
        <p:spPr>
          <a:xfrm>
            <a:off x="8552498" y="1371600"/>
            <a:ext cx="225743" cy="420624"/>
          </a:xfrm>
          <a:prstGeom prst="rect">
            <a:avLst/>
          </a:prstGeom>
          <a:solidFill>
            <a:srgbClr val="FFFFFF"/>
          </a:solidFill>
          <a:ln w="2540">
            <a:solidFill>
              <a:srgbClr val="CCCCCC"/>
            </a:solidFill>
            <a:prstDash val="solid"/>
          </a:ln>
        </p:spPr>
      </p:sp>
      <p:sp>
        <p:nvSpPr>
          <p:cNvPr id="119" name="Shape 117"/>
          <p:cNvSpPr/>
          <p:nvPr/>
        </p:nvSpPr>
        <p:spPr>
          <a:xfrm>
            <a:off x="347472" y="1792224"/>
            <a:ext cx="1207008" cy="420624"/>
          </a:xfrm>
          <a:prstGeom prst="rect">
            <a:avLst/>
          </a:prstGeom>
          <a:solidFill>
            <a:srgbClr val="F2F2F2"/>
          </a:solidFill>
          <a:ln w="3810">
            <a:solidFill>
              <a:srgbClr val="CCCCCC"/>
            </a:solidFill>
            <a:prstDash val="solid"/>
          </a:ln>
        </p:spPr>
      </p:sp>
      <p:sp>
        <p:nvSpPr>
          <p:cNvPr id="120" name="Text 118"/>
          <p:cNvSpPr/>
          <p:nvPr/>
        </p:nvSpPr>
        <p:spPr>
          <a:xfrm>
            <a:off x="411480" y="1792224"/>
            <a:ext cx="1115568" cy="420624"/>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Literature Review</a:t>
            </a:r>
            <a:endParaRPr lang="en-US" sz="1300" dirty="0"/>
          </a:p>
        </p:txBody>
      </p:sp>
      <p:sp>
        <p:nvSpPr>
          <p:cNvPr id="121" name="Shape 119"/>
          <p:cNvSpPr/>
          <p:nvPr/>
        </p:nvSpPr>
        <p:spPr>
          <a:xfrm>
            <a:off x="1554480" y="1792224"/>
            <a:ext cx="225743" cy="420624"/>
          </a:xfrm>
          <a:prstGeom prst="rect">
            <a:avLst/>
          </a:prstGeom>
          <a:solidFill>
            <a:srgbClr val="F2F2F2"/>
          </a:solidFill>
          <a:ln w="2540">
            <a:solidFill>
              <a:srgbClr val="CCCCCC"/>
            </a:solidFill>
            <a:prstDash val="solid"/>
          </a:ln>
        </p:spPr>
      </p:sp>
      <p:sp>
        <p:nvSpPr>
          <p:cNvPr id="122" name="Shape 120"/>
          <p:cNvSpPr/>
          <p:nvPr/>
        </p:nvSpPr>
        <p:spPr>
          <a:xfrm>
            <a:off x="1780223" y="1792224"/>
            <a:ext cx="225743" cy="420624"/>
          </a:xfrm>
          <a:prstGeom prst="rect">
            <a:avLst/>
          </a:prstGeom>
          <a:solidFill>
            <a:srgbClr val="F2F2F2"/>
          </a:solidFill>
          <a:ln w="2540">
            <a:solidFill>
              <a:srgbClr val="CCCCCC"/>
            </a:solidFill>
            <a:prstDash val="solid"/>
          </a:ln>
        </p:spPr>
      </p:sp>
      <p:sp>
        <p:nvSpPr>
          <p:cNvPr id="123" name="Shape 121"/>
          <p:cNvSpPr/>
          <p:nvPr/>
        </p:nvSpPr>
        <p:spPr>
          <a:xfrm>
            <a:off x="2005965" y="1792224"/>
            <a:ext cx="225743" cy="420624"/>
          </a:xfrm>
          <a:prstGeom prst="rect">
            <a:avLst/>
          </a:prstGeom>
          <a:solidFill>
            <a:srgbClr val="F2F2F2"/>
          </a:solidFill>
          <a:ln w="2540">
            <a:solidFill>
              <a:srgbClr val="CCCCCC"/>
            </a:solidFill>
            <a:prstDash val="solid"/>
          </a:ln>
        </p:spPr>
      </p:sp>
      <p:sp>
        <p:nvSpPr>
          <p:cNvPr id="124" name="Shape 122"/>
          <p:cNvSpPr/>
          <p:nvPr/>
        </p:nvSpPr>
        <p:spPr>
          <a:xfrm>
            <a:off x="2231708" y="1792224"/>
            <a:ext cx="225743" cy="420624"/>
          </a:xfrm>
          <a:prstGeom prst="rect">
            <a:avLst/>
          </a:prstGeom>
          <a:solidFill>
            <a:srgbClr val="F2F2F2"/>
          </a:solidFill>
          <a:ln w="2540">
            <a:solidFill>
              <a:srgbClr val="CCCCCC"/>
            </a:solidFill>
            <a:prstDash val="solid"/>
          </a:ln>
        </p:spPr>
      </p:sp>
      <p:sp>
        <p:nvSpPr>
          <p:cNvPr id="125" name="Shape 123"/>
          <p:cNvSpPr/>
          <p:nvPr/>
        </p:nvSpPr>
        <p:spPr>
          <a:xfrm>
            <a:off x="2457450" y="1792224"/>
            <a:ext cx="225743" cy="420624"/>
          </a:xfrm>
          <a:prstGeom prst="rect">
            <a:avLst/>
          </a:prstGeom>
          <a:solidFill>
            <a:srgbClr val="1565C0"/>
          </a:solidFill>
          <a:ln w="2540">
            <a:solidFill>
              <a:srgbClr val="CCCCCC"/>
            </a:solidFill>
            <a:prstDash val="solid"/>
          </a:ln>
        </p:spPr>
      </p:sp>
      <p:sp>
        <p:nvSpPr>
          <p:cNvPr id="126" name="Shape 124"/>
          <p:cNvSpPr/>
          <p:nvPr/>
        </p:nvSpPr>
        <p:spPr>
          <a:xfrm>
            <a:off x="2683193" y="1792224"/>
            <a:ext cx="225743" cy="420624"/>
          </a:xfrm>
          <a:prstGeom prst="rect">
            <a:avLst/>
          </a:prstGeom>
          <a:solidFill>
            <a:srgbClr val="1565C0"/>
          </a:solidFill>
          <a:ln w="2540">
            <a:solidFill>
              <a:srgbClr val="CCCCCC"/>
            </a:solidFill>
            <a:prstDash val="solid"/>
          </a:ln>
        </p:spPr>
      </p:sp>
      <p:sp>
        <p:nvSpPr>
          <p:cNvPr id="127" name="Shape 125"/>
          <p:cNvSpPr/>
          <p:nvPr/>
        </p:nvSpPr>
        <p:spPr>
          <a:xfrm>
            <a:off x="2908935" y="1792224"/>
            <a:ext cx="225743" cy="420624"/>
          </a:xfrm>
          <a:prstGeom prst="rect">
            <a:avLst/>
          </a:prstGeom>
          <a:solidFill>
            <a:srgbClr val="1565C0"/>
          </a:solidFill>
          <a:ln w="2540">
            <a:solidFill>
              <a:srgbClr val="CCCCCC"/>
            </a:solidFill>
            <a:prstDash val="solid"/>
          </a:ln>
        </p:spPr>
      </p:sp>
      <p:sp>
        <p:nvSpPr>
          <p:cNvPr id="128" name="Shape 126"/>
          <p:cNvSpPr/>
          <p:nvPr/>
        </p:nvSpPr>
        <p:spPr>
          <a:xfrm>
            <a:off x="3134678" y="1792224"/>
            <a:ext cx="225743" cy="420624"/>
          </a:xfrm>
          <a:prstGeom prst="rect">
            <a:avLst/>
          </a:prstGeom>
          <a:solidFill>
            <a:srgbClr val="1565C0"/>
          </a:solidFill>
          <a:ln w="2540">
            <a:solidFill>
              <a:srgbClr val="CCCCCC"/>
            </a:solidFill>
            <a:prstDash val="solid"/>
          </a:ln>
        </p:spPr>
      </p:sp>
      <p:sp>
        <p:nvSpPr>
          <p:cNvPr id="129" name="Shape 127"/>
          <p:cNvSpPr/>
          <p:nvPr/>
        </p:nvSpPr>
        <p:spPr>
          <a:xfrm>
            <a:off x="3360420" y="1792224"/>
            <a:ext cx="225743" cy="420624"/>
          </a:xfrm>
          <a:prstGeom prst="rect">
            <a:avLst/>
          </a:prstGeom>
          <a:solidFill>
            <a:srgbClr val="1565C0"/>
          </a:solidFill>
          <a:ln w="2540">
            <a:solidFill>
              <a:srgbClr val="CCCCCC"/>
            </a:solidFill>
            <a:prstDash val="solid"/>
          </a:ln>
        </p:spPr>
      </p:sp>
      <p:sp>
        <p:nvSpPr>
          <p:cNvPr id="130" name="Shape 128"/>
          <p:cNvSpPr/>
          <p:nvPr/>
        </p:nvSpPr>
        <p:spPr>
          <a:xfrm>
            <a:off x="3586163" y="1792224"/>
            <a:ext cx="225743" cy="420624"/>
          </a:xfrm>
          <a:prstGeom prst="rect">
            <a:avLst/>
          </a:prstGeom>
          <a:solidFill>
            <a:srgbClr val="1565C0"/>
          </a:solidFill>
          <a:ln w="2540">
            <a:solidFill>
              <a:srgbClr val="CCCCCC"/>
            </a:solidFill>
            <a:prstDash val="solid"/>
          </a:ln>
        </p:spPr>
      </p:sp>
      <p:sp>
        <p:nvSpPr>
          <p:cNvPr id="131" name="Shape 129"/>
          <p:cNvSpPr/>
          <p:nvPr/>
        </p:nvSpPr>
        <p:spPr>
          <a:xfrm>
            <a:off x="3811905" y="1792224"/>
            <a:ext cx="225743" cy="420624"/>
          </a:xfrm>
          <a:prstGeom prst="rect">
            <a:avLst/>
          </a:prstGeom>
          <a:solidFill>
            <a:srgbClr val="1565C0"/>
          </a:solidFill>
          <a:ln w="2540">
            <a:solidFill>
              <a:srgbClr val="CCCCCC"/>
            </a:solidFill>
            <a:prstDash val="solid"/>
          </a:ln>
        </p:spPr>
      </p:sp>
      <p:sp>
        <p:nvSpPr>
          <p:cNvPr id="132" name="Shape 130"/>
          <p:cNvSpPr/>
          <p:nvPr/>
        </p:nvSpPr>
        <p:spPr>
          <a:xfrm>
            <a:off x="4037648" y="1792224"/>
            <a:ext cx="225743" cy="420624"/>
          </a:xfrm>
          <a:prstGeom prst="rect">
            <a:avLst/>
          </a:prstGeom>
          <a:solidFill>
            <a:srgbClr val="1565C0"/>
          </a:solidFill>
          <a:ln w="2540">
            <a:solidFill>
              <a:srgbClr val="CCCCCC"/>
            </a:solidFill>
            <a:prstDash val="solid"/>
          </a:ln>
        </p:spPr>
      </p:sp>
      <p:sp>
        <p:nvSpPr>
          <p:cNvPr id="133" name="Shape 131"/>
          <p:cNvSpPr/>
          <p:nvPr/>
        </p:nvSpPr>
        <p:spPr>
          <a:xfrm>
            <a:off x="4263390" y="1792224"/>
            <a:ext cx="225743" cy="420624"/>
          </a:xfrm>
          <a:prstGeom prst="rect">
            <a:avLst/>
          </a:prstGeom>
          <a:solidFill>
            <a:srgbClr val="1565C0"/>
          </a:solidFill>
          <a:ln w="2540">
            <a:solidFill>
              <a:srgbClr val="CCCCCC"/>
            </a:solidFill>
            <a:prstDash val="solid"/>
          </a:ln>
        </p:spPr>
      </p:sp>
      <p:sp>
        <p:nvSpPr>
          <p:cNvPr id="134" name="Shape 132"/>
          <p:cNvSpPr/>
          <p:nvPr/>
        </p:nvSpPr>
        <p:spPr>
          <a:xfrm>
            <a:off x="4489133" y="1792224"/>
            <a:ext cx="225743" cy="420624"/>
          </a:xfrm>
          <a:prstGeom prst="rect">
            <a:avLst/>
          </a:prstGeom>
          <a:solidFill>
            <a:srgbClr val="1565C0"/>
          </a:solidFill>
          <a:ln w="2540">
            <a:solidFill>
              <a:srgbClr val="CCCCCC"/>
            </a:solidFill>
            <a:prstDash val="solid"/>
          </a:ln>
        </p:spPr>
      </p:sp>
      <p:sp>
        <p:nvSpPr>
          <p:cNvPr id="135" name="Shape 133"/>
          <p:cNvSpPr/>
          <p:nvPr/>
        </p:nvSpPr>
        <p:spPr>
          <a:xfrm>
            <a:off x="4714875" y="1792224"/>
            <a:ext cx="225743" cy="420624"/>
          </a:xfrm>
          <a:prstGeom prst="rect">
            <a:avLst/>
          </a:prstGeom>
          <a:solidFill>
            <a:srgbClr val="1565C0"/>
          </a:solidFill>
          <a:ln w="2540">
            <a:solidFill>
              <a:srgbClr val="CCCCCC"/>
            </a:solidFill>
            <a:prstDash val="solid"/>
          </a:ln>
        </p:spPr>
      </p:sp>
      <p:sp>
        <p:nvSpPr>
          <p:cNvPr id="136" name="Shape 134"/>
          <p:cNvSpPr/>
          <p:nvPr/>
        </p:nvSpPr>
        <p:spPr>
          <a:xfrm>
            <a:off x="4940618" y="1792224"/>
            <a:ext cx="225743" cy="420624"/>
          </a:xfrm>
          <a:prstGeom prst="rect">
            <a:avLst/>
          </a:prstGeom>
          <a:solidFill>
            <a:srgbClr val="1565C0"/>
          </a:solidFill>
          <a:ln w="2540">
            <a:solidFill>
              <a:srgbClr val="CCCCCC"/>
            </a:solidFill>
            <a:prstDash val="solid"/>
          </a:ln>
        </p:spPr>
      </p:sp>
      <p:sp>
        <p:nvSpPr>
          <p:cNvPr id="137" name="Shape 135"/>
          <p:cNvSpPr/>
          <p:nvPr/>
        </p:nvSpPr>
        <p:spPr>
          <a:xfrm>
            <a:off x="5166360" y="1792224"/>
            <a:ext cx="225743" cy="420624"/>
          </a:xfrm>
          <a:prstGeom prst="rect">
            <a:avLst/>
          </a:prstGeom>
          <a:solidFill>
            <a:srgbClr val="F2F2F2"/>
          </a:solidFill>
          <a:ln w="2540">
            <a:solidFill>
              <a:srgbClr val="CCCCCC"/>
            </a:solidFill>
            <a:prstDash val="solid"/>
          </a:ln>
        </p:spPr>
      </p:sp>
      <p:sp>
        <p:nvSpPr>
          <p:cNvPr id="138" name="Shape 136"/>
          <p:cNvSpPr/>
          <p:nvPr/>
        </p:nvSpPr>
        <p:spPr>
          <a:xfrm>
            <a:off x="5392103" y="1792224"/>
            <a:ext cx="225743" cy="420624"/>
          </a:xfrm>
          <a:prstGeom prst="rect">
            <a:avLst/>
          </a:prstGeom>
          <a:solidFill>
            <a:srgbClr val="F2F2F2"/>
          </a:solidFill>
          <a:ln w="2540">
            <a:solidFill>
              <a:srgbClr val="CCCCCC"/>
            </a:solidFill>
            <a:prstDash val="solid"/>
          </a:ln>
        </p:spPr>
      </p:sp>
      <p:sp>
        <p:nvSpPr>
          <p:cNvPr id="139" name="Shape 137"/>
          <p:cNvSpPr/>
          <p:nvPr/>
        </p:nvSpPr>
        <p:spPr>
          <a:xfrm>
            <a:off x="5617845" y="1792224"/>
            <a:ext cx="225743" cy="420624"/>
          </a:xfrm>
          <a:prstGeom prst="rect">
            <a:avLst/>
          </a:prstGeom>
          <a:solidFill>
            <a:srgbClr val="F2F2F2"/>
          </a:solidFill>
          <a:ln w="2540">
            <a:solidFill>
              <a:srgbClr val="CCCCCC"/>
            </a:solidFill>
            <a:prstDash val="solid"/>
          </a:ln>
        </p:spPr>
      </p:sp>
      <p:sp>
        <p:nvSpPr>
          <p:cNvPr id="140" name="Shape 138"/>
          <p:cNvSpPr/>
          <p:nvPr/>
        </p:nvSpPr>
        <p:spPr>
          <a:xfrm>
            <a:off x="5843588" y="1792224"/>
            <a:ext cx="225743" cy="420624"/>
          </a:xfrm>
          <a:prstGeom prst="rect">
            <a:avLst/>
          </a:prstGeom>
          <a:solidFill>
            <a:srgbClr val="F2F2F2"/>
          </a:solidFill>
          <a:ln w="2540">
            <a:solidFill>
              <a:srgbClr val="CCCCCC"/>
            </a:solidFill>
            <a:prstDash val="solid"/>
          </a:ln>
        </p:spPr>
      </p:sp>
      <p:sp>
        <p:nvSpPr>
          <p:cNvPr id="141" name="Shape 139"/>
          <p:cNvSpPr/>
          <p:nvPr/>
        </p:nvSpPr>
        <p:spPr>
          <a:xfrm>
            <a:off x="6069330" y="1792224"/>
            <a:ext cx="225743" cy="420624"/>
          </a:xfrm>
          <a:prstGeom prst="rect">
            <a:avLst/>
          </a:prstGeom>
          <a:solidFill>
            <a:srgbClr val="F2F2F2"/>
          </a:solidFill>
          <a:ln w="2540">
            <a:solidFill>
              <a:srgbClr val="CCCCCC"/>
            </a:solidFill>
            <a:prstDash val="solid"/>
          </a:ln>
        </p:spPr>
      </p:sp>
      <p:sp>
        <p:nvSpPr>
          <p:cNvPr id="142" name="Shape 140"/>
          <p:cNvSpPr/>
          <p:nvPr/>
        </p:nvSpPr>
        <p:spPr>
          <a:xfrm>
            <a:off x="6295073" y="1792224"/>
            <a:ext cx="225743" cy="420624"/>
          </a:xfrm>
          <a:prstGeom prst="rect">
            <a:avLst/>
          </a:prstGeom>
          <a:solidFill>
            <a:srgbClr val="F2F2F2"/>
          </a:solidFill>
          <a:ln w="2540">
            <a:solidFill>
              <a:srgbClr val="CCCCCC"/>
            </a:solidFill>
            <a:prstDash val="solid"/>
          </a:ln>
        </p:spPr>
      </p:sp>
      <p:sp>
        <p:nvSpPr>
          <p:cNvPr id="143" name="Shape 141"/>
          <p:cNvSpPr/>
          <p:nvPr/>
        </p:nvSpPr>
        <p:spPr>
          <a:xfrm>
            <a:off x="6520815" y="1792224"/>
            <a:ext cx="225743" cy="420624"/>
          </a:xfrm>
          <a:prstGeom prst="rect">
            <a:avLst/>
          </a:prstGeom>
          <a:solidFill>
            <a:srgbClr val="F2F2F2"/>
          </a:solidFill>
          <a:ln w="2540">
            <a:solidFill>
              <a:srgbClr val="CCCCCC"/>
            </a:solidFill>
            <a:prstDash val="solid"/>
          </a:ln>
        </p:spPr>
      </p:sp>
      <p:sp>
        <p:nvSpPr>
          <p:cNvPr id="144" name="Shape 142"/>
          <p:cNvSpPr/>
          <p:nvPr/>
        </p:nvSpPr>
        <p:spPr>
          <a:xfrm>
            <a:off x="6746558" y="1792224"/>
            <a:ext cx="225743" cy="420624"/>
          </a:xfrm>
          <a:prstGeom prst="rect">
            <a:avLst/>
          </a:prstGeom>
          <a:solidFill>
            <a:srgbClr val="F2F2F2"/>
          </a:solidFill>
          <a:ln w="2540">
            <a:solidFill>
              <a:srgbClr val="CCCCCC"/>
            </a:solidFill>
            <a:prstDash val="solid"/>
          </a:ln>
        </p:spPr>
      </p:sp>
      <p:sp>
        <p:nvSpPr>
          <p:cNvPr id="145" name="Shape 143"/>
          <p:cNvSpPr/>
          <p:nvPr/>
        </p:nvSpPr>
        <p:spPr>
          <a:xfrm>
            <a:off x="6972300" y="1792224"/>
            <a:ext cx="225743" cy="420624"/>
          </a:xfrm>
          <a:prstGeom prst="rect">
            <a:avLst/>
          </a:prstGeom>
          <a:solidFill>
            <a:srgbClr val="F2F2F2"/>
          </a:solidFill>
          <a:ln w="2540">
            <a:solidFill>
              <a:srgbClr val="CCCCCC"/>
            </a:solidFill>
            <a:prstDash val="solid"/>
          </a:ln>
        </p:spPr>
      </p:sp>
      <p:sp>
        <p:nvSpPr>
          <p:cNvPr id="146" name="Shape 144"/>
          <p:cNvSpPr/>
          <p:nvPr/>
        </p:nvSpPr>
        <p:spPr>
          <a:xfrm>
            <a:off x="7198043" y="1792224"/>
            <a:ext cx="225743" cy="420624"/>
          </a:xfrm>
          <a:prstGeom prst="rect">
            <a:avLst/>
          </a:prstGeom>
          <a:solidFill>
            <a:srgbClr val="F2F2F2"/>
          </a:solidFill>
          <a:ln w="2540">
            <a:solidFill>
              <a:srgbClr val="CCCCCC"/>
            </a:solidFill>
            <a:prstDash val="solid"/>
          </a:ln>
        </p:spPr>
      </p:sp>
      <p:sp>
        <p:nvSpPr>
          <p:cNvPr id="147" name="Shape 145"/>
          <p:cNvSpPr/>
          <p:nvPr/>
        </p:nvSpPr>
        <p:spPr>
          <a:xfrm>
            <a:off x="7423785" y="1792224"/>
            <a:ext cx="225743" cy="420624"/>
          </a:xfrm>
          <a:prstGeom prst="rect">
            <a:avLst/>
          </a:prstGeom>
          <a:solidFill>
            <a:srgbClr val="F2F2F2"/>
          </a:solidFill>
          <a:ln w="2540">
            <a:solidFill>
              <a:srgbClr val="CCCCCC"/>
            </a:solidFill>
            <a:prstDash val="solid"/>
          </a:ln>
        </p:spPr>
      </p:sp>
      <p:sp>
        <p:nvSpPr>
          <p:cNvPr id="148" name="Shape 146"/>
          <p:cNvSpPr/>
          <p:nvPr/>
        </p:nvSpPr>
        <p:spPr>
          <a:xfrm>
            <a:off x="7649528" y="1792224"/>
            <a:ext cx="225743" cy="420624"/>
          </a:xfrm>
          <a:prstGeom prst="rect">
            <a:avLst/>
          </a:prstGeom>
          <a:solidFill>
            <a:srgbClr val="F2F2F2"/>
          </a:solidFill>
          <a:ln w="2540">
            <a:solidFill>
              <a:srgbClr val="CCCCCC"/>
            </a:solidFill>
            <a:prstDash val="solid"/>
          </a:ln>
        </p:spPr>
      </p:sp>
      <p:sp>
        <p:nvSpPr>
          <p:cNvPr id="149" name="Shape 147"/>
          <p:cNvSpPr/>
          <p:nvPr/>
        </p:nvSpPr>
        <p:spPr>
          <a:xfrm>
            <a:off x="7875270" y="1792224"/>
            <a:ext cx="225743" cy="420624"/>
          </a:xfrm>
          <a:prstGeom prst="rect">
            <a:avLst/>
          </a:prstGeom>
          <a:solidFill>
            <a:srgbClr val="F2F2F2"/>
          </a:solidFill>
          <a:ln w="2540">
            <a:solidFill>
              <a:srgbClr val="CCCCCC"/>
            </a:solidFill>
            <a:prstDash val="solid"/>
          </a:ln>
        </p:spPr>
      </p:sp>
      <p:sp>
        <p:nvSpPr>
          <p:cNvPr id="150" name="Shape 148"/>
          <p:cNvSpPr/>
          <p:nvPr/>
        </p:nvSpPr>
        <p:spPr>
          <a:xfrm>
            <a:off x="8101013" y="1792224"/>
            <a:ext cx="225743" cy="420624"/>
          </a:xfrm>
          <a:prstGeom prst="rect">
            <a:avLst/>
          </a:prstGeom>
          <a:solidFill>
            <a:srgbClr val="F2F2F2"/>
          </a:solidFill>
          <a:ln w="2540">
            <a:solidFill>
              <a:srgbClr val="CCCCCC"/>
            </a:solidFill>
            <a:prstDash val="solid"/>
          </a:ln>
        </p:spPr>
      </p:sp>
      <p:sp>
        <p:nvSpPr>
          <p:cNvPr id="151" name="Shape 149"/>
          <p:cNvSpPr/>
          <p:nvPr/>
        </p:nvSpPr>
        <p:spPr>
          <a:xfrm>
            <a:off x="8326755" y="1792224"/>
            <a:ext cx="225743" cy="420624"/>
          </a:xfrm>
          <a:prstGeom prst="rect">
            <a:avLst/>
          </a:prstGeom>
          <a:solidFill>
            <a:srgbClr val="F2F2F2"/>
          </a:solidFill>
          <a:ln w="2540">
            <a:solidFill>
              <a:srgbClr val="CCCCCC"/>
            </a:solidFill>
            <a:prstDash val="solid"/>
          </a:ln>
        </p:spPr>
      </p:sp>
      <p:sp>
        <p:nvSpPr>
          <p:cNvPr id="152" name="Shape 150"/>
          <p:cNvSpPr/>
          <p:nvPr/>
        </p:nvSpPr>
        <p:spPr>
          <a:xfrm>
            <a:off x="8552498" y="1792224"/>
            <a:ext cx="225743" cy="420624"/>
          </a:xfrm>
          <a:prstGeom prst="rect">
            <a:avLst/>
          </a:prstGeom>
          <a:solidFill>
            <a:srgbClr val="F2F2F2"/>
          </a:solidFill>
          <a:ln w="2540">
            <a:solidFill>
              <a:srgbClr val="CCCCCC"/>
            </a:solidFill>
            <a:prstDash val="solid"/>
          </a:ln>
        </p:spPr>
      </p:sp>
      <p:sp>
        <p:nvSpPr>
          <p:cNvPr id="153" name="Shape 151"/>
          <p:cNvSpPr/>
          <p:nvPr/>
        </p:nvSpPr>
        <p:spPr>
          <a:xfrm>
            <a:off x="347472" y="2212848"/>
            <a:ext cx="1207008" cy="420624"/>
          </a:xfrm>
          <a:prstGeom prst="rect">
            <a:avLst/>
          </a:prstGeom>
          <a:solidFill>
            <a:srgbClr val="FFFFFF"/>
          </a:solidFill>
          <a:ln w="3810">
            <a:solidFill>
              <a:srgbClr val="CCCCCC"/>
            </a:solidFill>
            <a:prstDash val="solid"/>
          </a:ln>
        </p:spPr>
      </p:sp>
      <p:sp>
        <p:nvSpPr>
          <p:cNvPr id="154" name="Text 152"/>
          <p:cNvSpPr/>
          <p:nvPr/>
        </p:nvSpPr>
        <p:spPr>
          <a:xfrm>
            <a:off x="411480" y="2212848"/>
            <a:ext cx="1115568" cy="420624"/>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Requirements</a:t>
            </a:r>
            <a:endParaRPr lang="en-US" sz="1300" dirty="0"/>
          </a:p>
        </p:txBody>
      </p:sp>
      <p:sp>
        <p:nvSpPr>
          <p:cNvPr id="155" name="Shape 153"/>
          <p:cNvSpPr/>
          <p:nvPr/>
        </p:nvSpPr>
        <p:spPr>
          <a:xfrm>
            <a:off x="1554480" y="2212848"/>
            <a:ext cx="225743" cy="420624"/>
          </a:xfrm>
          <a:prstGeom prst="rect">
            <a:avLst/>
          </a:prstGeom>
          <a:solidFill>
            <a:srgbClr val="FFFFFF"/>
          </a:solidFill>
          <a:ln w="2540">
            <a:solidFill>
              <a:srgbClr val="CCCCCC"/>
            </a:solidFill>
            <a:prstDash val="solid"/>
          </a:ln>
        </p:spPr>
      </p:sp>
      <p:sp>
        <p:nvSpPr>
          <p:cNvPr id="156" name="Shape 154"/>
          <p:cNvSpPr/>
          <p:nvPr/>
        </p:nvSpPr>
        <p:spPr>
          <a:xfrm>
            <a:off x="1780223" y="2212848"/>
            <a:ext cx="225743" cy="420624"/>
          </a:xfrm>
          <a:prstGeom prst="rect">
            <a:avLst/>
          </a:prstGeom>
          <a:solidFill>
            <a:srgbClr val="FFFFFF"/>
          </a:solidFill>
          <a:ln w="2540">
            <a:solidFill>
              <a:srgbClr val="CCCCCC"/>
            </a:solidFill>
            <a:prstDash val="solid"/>
          </a:ln>
        </p:spPr>
      </p:sp>
      <p:sp>
        <p:nvSpPr>
          <p:cNvPr id="157" name="Shape 155"/>
          <p:cNvSpPr/>
          <p:nvPr/>
        </p:nvSpPr>
        <p:spPr>
          <a:xfrm>
            <a:off x="2005965" y="2212848"/>
            <a:ext cx="225743" cy="420624"/>
          </a:xfrm>
          <a:prstGeom prst="rect">
            <a:avLst/>
          </a:prstGeom>
          <a:solidFill>
            <a:srgbClr val="FFFFFF"/>
          </a:solidFill>
          <a:ln w="2540">
            <a:solidFill>
              <a:srgbClr val="CCCCCC"/>
            </a:solidFill>
            <a:prstDash val="solid"/>
          </a:ln>
        </p:spPr>
      </p:sp>
      <p:sp>
        <p:nvSpPr>
          <p:cNvPr id="158" name="Shape 156"/>
          <p:cNvSpPr/>
          <p:nvPr/>
        </p:nvSpPr>
        <p:spPr>
          <a:xfrm>
            <a:off x="2231708" y="2212848"/>
            <a:ext cx="225743" cy="420624"/>
          </a:xfrm>
          <a:prstGeom prst="rect">
            <a:avLst/>
          </a:prstGeom>
          <a:solidFill>
            <a:srgbClr val="FFFFFF"/>
          </a:solidFill>
          <a:ln w="2540">
            <a:solidFill>
              <a:srgbClr val="CCCCCC"/>
            </a:solidFill>
            <a:prstDash val="solid"/>
          </a:ln>
        </p:spPr>
      </p:sp>
      <p:sp>
        <p:nvSpPr>
          <p:cNvPr id="159" name="Shape 157"/>
          <p:cNvSpPr/>
          <p:nvPr/>
        </p:nvSpPr>
        <p:spPr>
          <a:xfrm>
            <a:off x="2457450" y="2212848"/>
            <a:ext cx="225743" cy="420624"/>
          </a:xfrm>
          <a:prstGeom prst="rect">
            <a:avLst/>
          </a:prstGeom>
          <a:solidFill>
            <a:srgbClr val="1565C0"/>
          </a:solidFill>
          <a:ln w="2540">
            <a:solidFill>
              <a:srgbClr val="CCCCCC"/>
            </a:solidFill>
            <a:prstDash val="solid"/>
          </a:ln>
        </p:spPr>
      </p:sp>
      <p:sp>
        <p:nvSpPr>
          <p:cNvPr id="160" name="Shape 158"/>
          <p:cNvSpPr/>
          <p:nvPr/>
        </p:nvSpPr>
        <p:spPr>
          <a:xfrm>
            <a:off x="2683193" y="2212848"/>
            <a:ext cx="225743" cy="420624"/>
          </a:xfrm>
          <a:prstGeom prst="rect">
            <a:avLst/>
          </a:prstGeom>
          <a:solidFill>
            <a:srgbClr val="1565C0"/>
          </a:solidFill>
          <a:ln w="2540">
            <a:solidFill>
              <a:srgbClr val="CCCCCC"/>
            </a:solidFill>
            <a:prstDash val="solid"/>
          </a:ln>
        </p:spPr>
      </p:sp>
      <p:sp>
        <p:nvSpPr>
          <p:cNvPr id="161" name="Shape 159"/>
          <p:cNvSpPr/>
          <p:nvPr/>
        </p:nvSpPr>
        <p:spPr>
          <a:xfrm>
            <a:off x="2908935" y="2212848"/>
            <a:ext cx="225743" cy="420624"/>
          </a:xfrm>
          <a:prstGeom prst="rect">
            <a:avLst/>
          </a:prstGeom>
          <a:solidFill>
            <a:srgbClr val="1565C0"/>
          </a:solidFill>
          <a:ln w="2540">
            <a:solidFill>
              <a:srgbClr val="CCCCCC"/>
            </a:solidFill>
            <a:prstDash val="solid"/>
          </a:ln>
        </p:spPr>
      </p:sp>
      <p:sp>
        <p:nvSpPr>
          <p:cNvPr id="162" name="Shape 160"/>
          <p:cNvSpPr/>
          <p:nvPr/>
        </p:nvSpPr>
        <p:spPr>
          <a:xfrm>
            <a:off x="3134678" y="2212848"/>
            <a:ext cx="225743" cy="420624"/>
          </a:xfrm>
          <a:prstGeom prst="rect">
            <a:avLst/>
          </a:prstGeom>
          <a:solidFill>
            <a:srgbClr val="1565C0"/>
          </a:solidFill>
          <a:ln w="2540">
            <a:solidFill>
              <a:srgbClr val="CCCCCC"/>
            </a:solidFill>
            <a:prstDash val="solid"/>
          </a:ln>
        </p:spPr>
      </p:sp>
      <p:sp>
        <p:nvSpPr>
          <p:cNvPr id="163" name="Shape 161"/>
          <p:cNvSpPr/>
          <p:nvPr/>
        </p:nvSpPr>
        <p:spPr>
          <a:xfrm>
            <a:off x="3360420" y="2212848"/>
            <a:ext cx="225743" cy="420624"/>
          </a:xfrm>
          <a:prstGeom prst="rect">
            <a:avLst/>
          </a:prstGeom>
          <a:solidFill>
            <a:srgbClr val="1565C0"/>
          </a:solidFill>
          <a:ln w="2540">
            <a:solidFill>
              <a:srgbClr val="CCCCCC"/>
            </a:solidFill>
            <a:prstDash val="solid"/>
          </a:ln>
        </p:spPr>
      </p:sp>
      <p:sp>
        <p:nvSpPr>
          <p:cNvPr id="164" name="Shape 162"/>
          <p:cNvSpPr/>
          <p:nvPr/>
        </p:nvSpPr>
        <p:spPr>
          <a:xfrm>
            <a:off x="3586163" y="2212848"/>
            <a:ext cx="225743" cy="420624"/>
          </a:xfrm>
          <a:prstGeom prst="rect">
            <a:avLst/>
          </a:prstGeom>
          <a:solidFill>
            <a:srgbClr val="1565C0"/>
          </a:solidFill>
          <a:ln w="2540">
            <a:solidFill>
              <a:srgbClr val="CCCCCC"/>
            </a:solidFill>
            <a:prstDash val="solid"/>
          </a:ln>
        </p:spPr>
      </p:sp>
      <p:sp>
        <p:nvSpPr>
          <p:cNvPr id="165" name="Shape 163"/>
          <p:cNvSpPr/>
          <p:nvPr/>
        </p:nvSpPr>
        <p:spPr>
          <a:xfrm>
            <a:off x="3811905" y="2212848"/>
            <a:ext cx="225743" cy="420624"/>
          </a:xfrm>
          <a:prstGeom prst="rect">
            <a:avLst/>
          </a:prstGeom>
          <a:solidFill>
            <a:srgbClr val="1565C0"/>
          </a:solidFill>
          <a:ln w="2540">
            <a:solidFill>
              <a:srgbClr val="CCCCCC"/>
            </a:solidFill>
            <a:prstDash val="solid"/>
          </a:ln>
        </p:spPr>
      </p:sp>
      <p:sp>
        <p:nvSpPr>
          <p:cNvPr id="166" name="Shape 164"/>
          <p:cNvSpPr/>
          <p:nvPr/>
        </p:nvSpPr>
        <p:spPr>
          <a:xfrm>
            <a:off x="4037648" y="2212848"/>
            <a:ext cx="225743" cy="420624"/>
          </a:xfrm>
          <a:prstGeom prst="rect">
            <a:avLst/>
          </a:prstGeom>
          <a:solidFill>
            <a:srgbClr val="1565C0"/>
          </a:solidFill>
          <a:ln w="2540">
            <a:solidFill>
              <a:srgbClr val="CCCCCC"/>
            </a:solidFill>
            <a:prstDash val="solid"/>
          </a:ln>
        </p:spPr>
      </p:sp>
      <p:sp>
        <p:nvSpPr>
          <p:cNvPr id="167" name="Shape 165"/>
          <p:cNvSpPr/>
          <p:nvPr/>
        </p:nvSpPr>
        <p:spPr>
          <a:xfrm>
            <a:off x="4263390" y="2212848"/>
            <a:ext cx="225743" cy="420624"/>
          </a:xfrm>
          <a:prstGeom prst="rect">
            <a:avLst/>
          </a:prstGeom>
          <a:solidFill>
            <a:srgbClr val="FFFFFF"/>
          </a:solidFill>
          <a:ln w="2540">
            <a:solidFill>
              <a:srgbClr val="CCCCCC"/>
            </a:solidFill>
            <a:prstDash val="solid"/>
          </a:ln>
        </p:spPr>
      </p:sp>
      <p:sp>
        <p:nvSpPr>
          <p:cNvPr id="168" name="Shape 166"/>
          <p:cNvSpPr/>
          <p:nvPr/>
        </p:nvSpPr>
        <p:spPr>
          <a:xfrm>
            <a:off x="4489133" y="2212848"/>
            <a:ext cx="225743" cy="420624"/>
          </a:xfrm>
          <a:prstGeom prst="rect">
            <a:avLst/>
          </a:prstGeom>
          <a:solidFill>
            <a:srgbClr val="FFFFFF"/>
          </a:solidFill>
          <a:ln w="2540">
            <a:solidFill>
              <a:srgbClr val="CCCCCC"/>
            </a:solidFill>
            <a:prstDash val="solid"/>
          </a:ln>
        </p:spPr>
      </p:sp>
      <p:sp>
        <p:nvSpPr>
          <p:cNvPr id="169" name="Shape 167"/>
          <p:cNvSpPr/>
          <p:nvPr/>
        </p:nvSpPr>
        <p:spPr>
          <a:xfrm>
            <a:off x="4714875" y="2212848"/>
            <a:ext cx="225743" cy="420624"/>
          </a:xfrm>
          <a:prstGeom prst="rect">
            <a:avLst/>
          </a:prstGeom>
          <a:solidFill>
            <a:srgbClr val="FFFFFF"/>
          </a:solidFill>
          <a:ln w="2540">
            <a:solidFill>
              <a:srgbClr val="CCCCCC"/>
            </a:solidFill>
            <a:prstDash val="solid"/>
          </a:ln>
        </p:spPr>
      </p:sp>
      <p:sp>
        <p:nvSpPr>
          <p:cNvPr id="170" name="Shape 168"/>
          <p:cNvSpPr/>
          <p:nvPr/>
        </p:nvSpPr>
        <p:spPr>
          <a:xfrm>
            <a:off x="4940618" y="2212848"/>
            <a:ext cx="225743" cy="420624"/>
          </a:xfrm>
          <a:prstGeom prst="rect">
            <a:avLst/>
          </a:prstGeom>
          <a:solidFill>
            <a:srgbClr val="FFFFFF"/>
          </a:solidFill>
          <a:ln w="2540">
            <a:solidFill>
              <a:srgbClr val="CCCCCC"/>
            </a:solidFill>
            <a:prstDash val="solid"/>
          </a:ln>
        </p:spPr>
      </p:sp>
      <p:sp>
        <p:nvSpPr>
          <p:cNvPr id="171" name="Shape 169"/>
          <p:cNvSpPr/>
          <p:nvPr/>
        </p:nvSpPr>
        <p:spPr>
          <a:xfrm>
            <a:off x="5166360" y="2212848"/>
            <a:ext cx="225743" cy="420624"/>
          </a:xfrm>
          <a:prstGeom prst="rect">
            <a:avLst/>
          </a:prstGeom>
          <a:solidFill>
            <a:srgbClr val="FFFFFF"/>
          </a:solidFill>
          <a:ln w="2540">
            <a:solidFill>
              <a:srgbClr val="CCCCCC"/>
            </a:solidFill>
            <a:prstDash val="solid"/>
          </a:ln>
        </p:spPr>
      </p:sp>
      <p:sp>
        <p:nvSpPr>
          <p:cNvPr id="172" name="Shape 170"/>
          <p:cNvSpPr/>
          <p:nvPr/>
        </p:nvSpPr>
        <p:spPr>
          <a:xfrm>
            <a:off x="5392103" y="2212848"/>
            <a:ext cx="225743" cy="420624"/>
          </a:xfrm>
          <a:prstGeom prst="rect">
            <a:avLst/>
          </a:prstGeom>
          <a:solidFill>
            <a:srgbClr val="FFFFFF"/>
          </a:solidFill>
          <a:ln w="2540">
            <a:solidFill>
              <a:srgbClr val="CCCCCC"/>
            </a:solidFill>
            <a:prstDash val="solid"/>
          </a:ln>
        </p:spPr>
      </p:sp>
      <p:sp>
        <p:nvSpPr>
          <p:cNvPr id="173" name="Shape 171"/>
          <p:cNvSpPr/>
          <p:nvPr/>
        </p:nvSpPr>
        <p:spPr>
          <a:xfrm>
            <a:off x="5617845" y="2212848"/>
            <a:ext cx="225743" cy="420624"/>
          </a:xfrm>
          <a:prstGeom prst="rect">
            <a:avLst/>
          </a:prstGeom>
          <a:solidFill>
            <a:srgbClr val="FFFFFF"/>
          </a:solidFill>
          <a:ln w="2540">
            <a:solidFill>
              <a:srgbClr val="CCCCCC"/>
            </a:solidFill>
            <a:prstDash val="solid"/>
          </a:ln>
        </p:spPr>
      </p:sp>
      <p:sp>
        <p:nvSpPr>
          <p:cNvPr id="174" name="Shape 172"/>
          <p:cNvSpPr/>
          <p:nvPr/>
        </p:nvSpPr>
        <p:spPr>
          <a:xfrm>
            <a:off x="5843588" y="2212848"/>
            <a:ext cx="225743" cy="420624"/>
          </a:xfrm>
          <a:prstGeom prst="rect">
            <a:avLst/>
          </a:prstGeom>
          <a:solidFill>
            <a:srgbClr val="FFFFFF"/>
          </a:solidFill>
          <a:ln w="2540">
            <a:solidFill>
              <a:srgbClr val="CCCCCC"/>
            </a:solidFill>
            <a:prstDash val="solid"/>
          </a:ln>
        </p:spPr>
      </p:sp>
      <p:sp>
        <p:nvSpPr>
          <p:cNvPr id="175" name="Shape 173"/>
          <p:cNvSpPr/>
          <p:nvPr/>
        </p:nvSpPr>
        <p:spPr>
          <a:xfrm>
            <a:off x="6069330" y="2212848"/>
            <a:ext cx="225743" cy="420624"/>
          </a:xfrm>
          <a:prstGeom prst="rect">
            <a:avLst/>
          </a:prstGeom>
          <a:solidFill>
            <a:srgbClr val="FFFFFF"/>
          </a:solidFill>
          <a:ln w="2540">
            <a:solidFill>
              <a:srgbClr val="CCCCCC"/>
            </a:solidFill>
            <a:prstDash val="solid"/>
          </a:ln>
        </p:spPr>
      </p:sp>
      <p:sp>
        <p:nvSpPr>
          <p:cNvPr id="176" name="Shape 174"/>
          <p:cNvSpPr/>
          <p:nvPr/>
        </p:nvSpPr>
        <p:spPr>
          <a:xfrm>
            <a:off x="6295073" y="2212848"/>
            <a:ext cx="225743" cy="420624"/>
          </a:xfrm>
          <a:prstGeom prst="rect">
            <a:avLst/>
          </a:prstGeom>
          <a:solidFill>
            <a:srgbClr val="FFFFFF"/>
          </a:solidFill>
          <a:ln w="2540">
            <a:solidFill>
              <a:srgbClr val="CCCCCC"/>
            </a:solidFill>
            <a:prstDash val="solid"/>
          </a:ln>
        </p:spPr>
      </p:sp>
      <p:sp>
        <p:nvSpPr>
          <p:cNvPr id="177" name="Shape 175"/>
          <p:cNvSpPr/>
          <p:nvPr/>
        </p:nvSpPr>
        <p:spPr>
          <a:xfrm>
            <a:off x="6520815" y="2212848"/>
            <a:ext cx="225743" cy="420624"/>
          </a:xfrm>
          <a:prstGeom prst="rect">
            <a:avLst/>
          </a:prstGeom>
          <a:solidFill>
            <a:srgbClr val="FFFFFF"/>
          </a:solidFill>
          <a:ln w="2540">
            <a:solidFill>
              <a:srgbClr val="CCCCCC"/>
            </a:solidFill>
            <a:prstDash val="solid"/>
          </a:ln>
        </p:spPr>
      </p:sp>
      <p:sp>
        <p:nvSpPr>
          <p:cNvPr id="178" name="Shape 176"/>
          <p:cNvSpPr/>
          <p:nvPr/>
        </p:nvSpPr>
        <p:spPr>
          <a:xfrm>
            <a:off x="6746558" y="2212848"/>
            <a:ext cx="225743" cy="420624"/>
          </a:xfrm>
          <a:prstGeom prst="rect">
            <a:avLst/>
          </a:prstGeom>
          <a:solidFill>
            <a:srgbClr val="FFFFFF"/>
          </a:solidFill>
          <a:ln w="2540">
            <a:solidFill>
              <a:srgbClr val="CCCCCC"/>
            </a:solidFill>
            <a:prstDash val="solid"/>
          </a:ln>
        </p:spPr>
      </p:sp>
      <p:sp>
        <p:nvSpPr>
          <p:cNvPr id="179" name="Shape 177"/>
          <p:cNvSpPr/>
          <p:nvPr/>
        </p:nvSpPr>
        <p:spPr>
          <a:xfrm>
            <a:off x="6972300" y="2212848"/>
            <a:ext cx="225743" cy="420624"/>
          </a:xfrm>
          <a:prstGeom prst="rect">
            <a:avLst/>
          </a:prstGeom>
          <a:solidFill>
            <a:srgbClr val="FFFFFF"/>
          </a:solidFill>
          <a:ln w="2540">
            <a:solidFill>
              <a:srgbClr val="CCCCCC"/>
            </a:solidFill>
            <a:prstDash val="solid"/>
          </a:ln>
        </p:spPr>
      </p:sp>
      <p:sp>
        <p:nvSpPr>
          <p:cNvPr id="180" name="Shape 178"/>
          <p:cNvSpPr/>
          <p:nvPr/>
        </p:nvSpPr>
        <p:spPr>
          <a:xfrm>
            <a:off x="7198043" y="2212848"/>
            <a:ext cx="225743" cy="420624"/>
          </a:xfrm>
          <a:prstGeom prst="rect">
            <a:avLst/>
          </a:prstGeom>
          <a:solidFill>
            <a:srgbClr val="FFFFFF"/>
          </a:solidFill>
          <a:ln w="2540">
            <a:solidFill>
              <a:srgbClr val="CCCCCC"/>
            </a:solidFill>
            <a:prstDash val="solid"/>
          </a:ln>
        </p:spPr>
      </p:sp>
      <p:sp>
        <p:nvSpPr>
          <p:cNvPr id="181" name="Shape 179"/>
          <p:cNvSpPr/>
          <p:nvPr/>
        </p:nvSpPr>
        <p:spPr>
          <a:xfrm>
            <a:off x="7423785" y="2212848"/>
            <a:ext cx="225743" cy="420624"/>
          </a:xfrm>
          <a:prstGeom prst="rect">
            <a:avLst/>
          </a:prstGeom>
          <a:solidFill>
            <a:srgbClr val="FFFFFF"/>
          </a:solidFill>
          <a:ln w="2540">
            <a:solidFill>
              <a:srgbClr val="CCCCCC"/>
            </a:solidFill>
            <a:prstDash val="solid"/>
          </a:ln>
        </p:spPr>
      </p:sp>
      <p:sp>
        <p:nvSpPr>
          <p:cNvPr id="182" name="Shape 180"/>
          <p:cNvSpPr/>
          <p:nvPr/>
        </p:nvSpPr>
        <p:spPr>
          <a:xfrm>
            <a:off x="7649528" y="2212848"/>
            <a:ext cx="225743" cy="420624"/>
          </a:xfrm>
          <a:prstGeom prst="rect">
            <a:avLst/>
          </a:prstGeom>
          <a:solidFill>
            <a:srgbClr val="FFFFFF"/>
          </a:solidFill>
          <a:ln w="2540">
            <a:solidFill>
              <a:srgbClr val="CCCCCC"/>
            </a:solidFill>
            <a:prstDash val="solid"/>
          </a:ln>
        </p:spPr>
      </p:sp>
      <p:sp>
        <p:nvSpPr>
          <p:cNvPr id="183" name="Shape 181"/>
          <p:cNvSpPr/>
          <p:nvPr/>
        </p:nvSpPr>
        <p:spPr>
          <a:xfrm>
            <a:off x="7875270" y="2212848"/>
            <a:ext cx="225743" cy="420624"/>
          </a:xfrm>
          <a:prstGeom prst="rect">
            <a:avLst/>
          </a:prstGeom>
          <a:solidFill>
            <a:srgbClr val="FFFFFF"/>
          </a:solidFill>
          <a:ln w="2540">
            <a:solidFill>
              <a:srgbClr val="CCCCCC"/>
            </a:solidFill>
            <a:prstDash val="solid"/>
          </a:ln>
        </p:spPr>
      </p:sp>
      <p:sp>
        <p:nvSpPr>
          <p:cNvPr id="184" name="Shape 182"/>
          <p:cNvSpPr/>
          <p:nvPr/>
        </p:nvSpPr>
        <p:spPr>
          <a:xfrm>
            <a:off x="8101013" y="2212848"/>
            <a:ext cx="225743" cy="420624"/>
          </a:xfrm>
          <a:prstGeom prst="rect">
            <a:avLst/>
          </a:prstGeom>
          <a:solidFill>
            <a:srgbClr val="FFFFFF"/>
          </a:solidFill>
          <a:ln w="2540">
            <a:solidFill>
              <a:srgbClr val="CCCCCC"/>
            </a:solidFill>
            <a:prstDash val="solid"/>
          </a:ln>
        </p:spPr>
      </p:sp>
      <p:sp>
        <p:nvSpPr>
          <p:cNvPr id="185" name="Shape 183"/>
          <p:cNvSpPr/>
          <p:nvPr/>
        </p:nvSpPr>
        <p:spPr>
          <a:xfrm>
            <a:off x="8326755" y="2212848"/>
            <a:ext cx="225743" cy="420624"/>
          </a:xfrm>
          <a:prstGeom prst="rect">
            <a:avLst/>
          </a:prstGeom>
          <a:solidFill>
            <a:srgbClr val="FFFFFF"/>
          </a:solidFill>
          <a:ln w="2540">
            <a:solidFill>
              <a:srgbClr val="CCCCCC"/>
            </a:solidFill>
            <a:prstDash val="solid"/>
          </a:ln>
        </p:spPr>
      </p:sp>
      <p:sp>
        <p:nvSpPr>
          <p:cNvPr id="186" name="Shape 184"/>
          <p:cNvSpPr/>
          <p:nvPr/>
        </p:nvSpPr>
        <p:spPr>
          <a:xfrm>
            <a:off x="8552498" y="2212848"/>
            <a:ext cx="225743" cy="420624"/>
          </a:xfrm>
          <a:prstGeom prst="rect">
            <a:avLst/>
          </a:prstGeom>
          <a:solidFill>
            <a:srgbClr val="FFFFFF"/>
          </a:solidFill>
          <a:ln w="2540">
            <a:solidFill>
              <a:srgbClr val="CCCCCC"/>
            </a:solidFill>
            <a:prstDash val="solid"/>
          </a:ln>
        </p:spPr>
      </p:sp>
      <p:sp>
        <p:nvSpPr>
          <p:cNvPr id="187" name="Shape 185"/>
          <p:cNvSpPr/>
          <p:nvPr/>
        </p:nvSpPr>
        <p:spPr>
          <a:xfrm>
            <a:off x="347472" y="2633472"/>
            <a:ext cx="1207008" cy="420624"/>
          </a:xfrm>
          <a:prstGeom prst="rect">
            <a:avLst/>
          </a:prstGeom>
          <a:solidFill>
            <a:srgbClr val="F2F2F2"/>
          </a:solidFill>
          <a:ln w="3810">
            <a:solidFill>
              <a:srgbClr val="CCCCCC"/>
            </a:solidFill>
            <a:prstDash val="solid"/>
          </a:ln>
        </p:spPr>
      </p:sp>
      <p:sp>
        <p:nvSpPr>
          <p:cNvPr id="188" name="Text 186"/>
          <p:cNvSpPr/>
          <p:nvPr/>
        </p:nvSpPr>
        <p:spPr>
          <a:xfrm>
            <a:off x="411480" y="2633472"/>
            <a:ext cx="1115568" cy="420624"/>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Design</a:t>
            </a:r>
            <a:endParaRPr lang="en-US" sz="1300" dirty="0"/>
          </a:p>
        </p:txBody>
      </p:sp>
      <p:sp>
        <p:nvSpPr>
          <p:cNvPr id="189" name="Shape 187"/>
          <p:cNvSpPr/>
          <p:nvPr/>
        </p:nvSpPr>
        <p:spPr>
          <a:xfrm>
            <a:off x="1554480" y="2633472"/>
            <a:ext cx="225743" cy="420624"/>
          </a:xfrm>
          <a:prstGeom prst="rect">
            <a:avLst/>
          </a:prstGeom>
          <a:solidFill>
            <a:srgbClr val="F2F2F2"/>
          </a:solidFill>
          <a:ln w="2540">
            <a:solidFill>
              <a:srgbClr val="CCCCCC"/>
            </a:solidFill>
            <a:prstDash val="solid"/>
          </a:ln>
        </p:spPr>
      </p:sp>
      <p:sp>
        <p:nvSpPr>
          <p:cNvPr id="190" name="Shape 188"/>
          <p:cNvSpPr/>
          <p:nvPr/>
        </p:nvSpPr>
        <p:spPr>
          <a:xfrm>
            <a:off x="1780223" y="2633472"/>
            <a:ext cx="225743" cy="420624"/>
          </a:xfrm>
          <a:prstGeom prst="rect">
            <a:avLst/>
          </a:prstGeom>
          <a:solidFill>
            <a:srgbClr val="F2F2F2"/>
          </a:solidFill>
          <a:ln w="2540">
            <a:solidFill>
              <a:srgbClr val="CCCCCC"/>
            </a:solidFill>
            <a:prstDash val="solid"/>
          </a:ln>
        </p:spPr>
      </p:sp>
      <p:sp>
        <p:nvSpPr>
          <p:cNvPr id="191" name="Shape 189"/>
          <p:cNvSpPr/>
          <p:nvPr/>
        </p:nvSpPr>
        <p:spPr>
          <a:xfrm>
            <a:off x="2005965" y="2633472"/>
            <a:ext cx="225743" cy="420624"/>
          </a:xfrm>
          <a:prstGeom prst="rect">
            <a:avLst/>
          </a:prstGeom>
          <a:solidFill>
            <a:srgbClr val="F2F2F2"/>
          </a:solidFill>
          <a:ln w="2540">
            <a:solidFill>
              <a:srgbClr val="CCCCCC"/>
            </a:solidFill>
            <a:prstDash val="solid"/>
          </a:ln>
        </p:spPr>
      </p:sp>
      <p:sp>
        <p:nvSpPr>
          <p:cNvPr id="192" name="Shape 190"/>
          <p:cNvSpPr/>
          <p:nvPr/>
        </p:nvSpPr>
        <p:spPr>
          <a:xfrm>
            <a:off x="2231708" y="2633472"/>
            <a:ext cx="225743" cy="420624"/>
          </a:xfrm>
          <a:prstGeom prst="rect">
            <a:avLst/>
          </a:prstGeom>
          <a:solidFill>
            <a:srgbClr val="F2F2F2"/>
          </a:solidFill>
          <a:ln w="2540">
            <a:solidFill>
              <a:srgbClr val="CCCCCC"/>
            </a:solidFill>
            <a:prstDash val="solid"/>
          </a:ln>
        </p:spPr>
      </p:sp>
      <p:sp>
        <p:nvSpPr>
          <p:cNvPr id="193" name="Shape 191"/>
          <p:cNvSpPr/>
          <p:nvPr/>
        </p:nvSpPr>
        <p:spPr>
          <a:xfrm>
            <a:off x="2457450" y="2633472"/>
            <a:ext cx="225743" cy="420624"/>
          </a:xfrm>
          <a:prstGeom prst="rect">
            <a:avLst/>
          </a:prstGeom>
          <a:solidFill>
            <a:srgbClr val="F2F2F2"/>
          </a:solidFill>
          <a:ln w="2540">
            <a:solidFill>
              <a:srgbClr val="CCCCCC"/>
            </a:solidFill>
            <a:prstDash val="solid"/>
          </a:ln>
        </p:spPr>
      </p:sp>
      <p:sp>
        <p:nvSpPr>
          <p:cNvPr id="194" name="Shape 192"/>
          <p:cNvSpPr/>
          <p:nvPr/>
        </p:nvSpPr>
        <p:spPr>
          <a:xfrm>
            <a:off x="2683193" y="2633472"/>
            <a:ext cx="225743" cy="420624"/>
          </a:xfrm>
          <a:prstGeom prst="rect">
            <a:avLst/>
          </a:prstGeom>
          <a:solidFill>
            <a:srgbClr val="F2F2F2"/>
          </a:solidFill>
          <a:ln w="2540">
            <a:solidFill>
              <a:srgbClr val="CCCCCC"/>
            </a:solidFill>
            <a:prstDash val="solid"/>
          </a:ln>
        </p:spPr>
      </p:sp>
      <p:sp>
        <p:nvSpPr>
          <p:cNvPr id="195" name="Shape 193"/>
          <p:cNvSpPr/>
          <p:nvPr/>
        </p:nvSpPr>
        <p:spPr>
          <a:xfrm>
            <a:off x="2908935" y="2633472"/>
            <a:ext cx="225743" cy="420624"/>
          </a:xfrm>
          <a:prstGeom prst="rect">
            <a:avLst/>
          </a:prstGeom>
          <a:solidFill>
            <a:srgbClr val="F2F2F2"/>
          </a:solidFill>
          <a:ln w="2540">
            <a:solidFill>
              <a:srgbClr val="CCCCCC"/>
            </a:solidFill>
            <a:prstDash val="solid"/>
          </a:ln>
        </p:spPr>
      </p:sp>
      <p:sp>
        <p:nvSpPr>
          <p:cNvPr id="196" name="Shape 194"/>
          <p:cNvSpPr/>
          <p:nvPr/>
        </p:nvSpPr>
        <p:spPr>
          <a:xfrm>
            <a:off x="3134678" y="2633472"/>
            <a:ext cx="225743" cy="420624"/>
          </a:xfrm>
          <a:prstGeom prst="rect">
            <a:avLst/>
          </a:prstGeom>
          <a:solidFill>
            <a:srgbClr val="F2F2F2"/>
          </a:solidFill>
          <a:ln w="2540">
            <a:solidFill>
              <a:srgbClr val="CCCCCC"/>
            </a:solidFill>
            <a:prstDash val="solid"/>
          </a:ln>
        </p:spPr>
      </p:sp>
      <p:sp>
        <p:nvSpPr>
          <p:cNvPr id="197" name="Shape 195"/>
          <p:cNvSpPr/>
          <p:nvPr/>
        </p:nvSpPr>
        <p:spPr>
          <a:xfrm>
            <a:off x="3360420" y="2633472"/>
            <a:ext cx="225743" cy="420624"/>
          </a:xfrm>
          <a:prstGeom prst="rect">
            <a:avLst/>
          </a:prstGeom>
          <a:solidFill>
            <a:srgbClr val="C62828"/>
          </a:solidFill>
          <a:ln w="2540">
            <a:solidFill>
              <a:srgbClr val="CCCCCC"/>
            </a:solidFill>
            <a:prstDash val="solid"/>
          </a:ln>
        </p:spPr>
      </p:sp>
      <p:sp>
        <p:nvSpPr>
          <p:cNvPr id="198" name="Shape 196"/>
          <p:cNvSpPr/>
          <p:nvPr/>
        </p:nvSpPr>
        <p:spPr>
          <a:xfrm>
            <a:off x="3586163" y="2633472"/>
            <a:ext cx="225743" cy="420624"/>
          </a:xfrm>
          <a:prstGeom prst="rect">
            <a:avLst/>
          </a:prstGeom>
          <a:solidFill>
            <a:srgbClr val="C62828"/>
          </a:solidFill>
          <a:ln w="2540">
            <a:solidFill>
              <a:srgbClr val="CCCCCC"/>
            </a:solidFill>
            <a:prstDash val="solid"/>
          </a:ln>
        </p:spPr>
      </p:sp>
      <p:sp>
        <p:nvSpPr>
          <p:cNvPr id="199" name="Shape 197"/>
          <p:cNvSpPr/>
          <p:nvPr/>
        </p:nvSpPr>
        <p:spPr>
          <a:xfrm>
            <a:off x="3811905" y="2633472"/>
            <a:ext cx="225743" cy="420624"/>
          </a:xfrm>
          <a:prstGeom prst="rect">
            <a:avLst/>
          </a:prstGeom>
          <a:solidFill>
            <a:srgbClr val="C62828"/>
          </a:solidFill>
          <a:ln w="2540">
            <a:solidFill>
              <a:srgbClr val="CCCCCC"/>
            </a:solidFill>
            <a:prstDash val="solid"/>
          </a:ln>
        </p:spPr>
      </p:sp>
      <p:sp>
        <p:nvSpPr>
          <p:cNvPr id="200" name="Shape 198"/>
          <p:cNvSpPr/>
          <p:nvPr/>
        </p:nvSpPr>
        <p:spPr>
          <a:xfrm>
            <a:off x="4037648" y="2633472"/>
            <a:ext cx="225743" cy="420624"/>
          </a:xfrm>
          <a:prstGeom prst="rect">
            <a:avLst/>
          </a:prstGeom>
          <a:solidFill>
            <a:srgbClr val="C62828"/>
          </a:solidFill>
          <a:ln w="2540">
            <a:solidFill>
              <a:srgbClr val="CCCCCC"/>
            </a:solidFill>
            <a:prstDash val="solid"/>
          </a:ln>
        </p:spPr>
      </p:sp>
      <p:sp>
        <p:nvSpPr>
          <p:cNvPr id="201" name="Shape 199"/>
          <p:cNvSpPr/>
          <p:nvPr/>
        </p:nvSpPr>
        <p:spPr>
          <a:xfrm>
            <a:off x="4263390" y="2633472"/>
            <a:ext cx="225743" cy="420624"/>
          </a:xfrm>
          <a:prstGeom prst="rect">
            <a:avLst/>
          </a:prstGeom>
          <a:solidFill>
            <a:srgbClr val="C62828"/>
          </a:solidFill>
          <a:ln w="2540">
            <a:solidFill>
              <a:srgbClr val="CCCCCC"/>
            </a:solidFill>
            <a:prstDash val="solid"/>
          </a:ln>
        </p:spPr>
      </p:sp>
      <p:sp>
        <p:nvSpPr>
          <p:cNvPr id="202" name="Shape 200"/>
          <p:cNvSpPr/>
          <p:nvPr/>
        </p:nvSpPr>
        <p:spPr>
          <a:xfrm>
            <a:off x="4489133" y="2633472"/>
            <a:ext cx="225743" cy="420624"/>
          </a:xfrm>
          <a:prstGeom prst="rect">
            <a:avLst/>
          </a:prstGeom>
          <a:solidFill>
            <a:srgbClr val="C62828"/>
          </a:solidFill>
          <a:ln w="2540">
            <a:solidFill>
              <a:srgbClr val="CCCCCC"/>
            </a:solidFill>
            <a:prstDash val="solid"/>
          </a:ln>
        </p:spPr>
      </p:sp>
      <p:sp>
        <p:nvSpPr>
          <p:cNvPr id="203" name="Shape 201"/>
          <p:cNvSpPr/>
          <p:nvPr/>
        </p:nvSpPr>
        <p:spPr>
          <a:xfrm>
            <a:off x="4714875" y="2633472"/>
            <a:ext cx="225743" cy="420624"/>
          </a:xfrm>
          <a:prstGeom prst="rect">
            <a:avLst/>
          </a:prstGeom>
          <a:solidFill>
            <a:srgbClr val="C62828"/>
          </a:solidFill>
          <a:ln w="2540">
            <a:solidFill>
              <a:srgbClr val="CCCCCC"/>
            </a:solidFill>
            <a:prstDash val="solid"/>
          </a:ln>
        </p:spPr>
      </p:sp>
      <p:sp>
        <p:nvSpPr>
          <p:cNvPr id="204" name="Shape 202"/>
          <p:cNvSpPr/>
          <p:nvPr/>
        </p:nvSpPr>
        <p:spPr>
          <a:xfrm>
            <a:off x="4940618" y="2633472"/>
            <a:ext cx="225743" cy="420624"/>
          </a:xfrm>
          <a:prstGeom prst="rect">
            <a:avLst/>
          </a:prstGeom>
          <a:solidFill>
            <a:srgbClr val="C62828"/>
          </a:solidFill>
          <a:ln w="2540">
            <a:solidFill>
              <a:srgbClr val="CCCCCC"/>
            </a:solidFill>
            <a:prstDash val="solid"/>
          </a:ln>
        </p:spPr>
      </p:sp>
      <p:sp>
        <p:nvSpPr>
          <p:cNvPr id="205" name="Shape 203"/>
          <p:cNvSpPr/>
          <p:nvPr/>
        </p:nvSpPr>
        <p:spPr>
          <a:xfrm>
            <a:off x="5166360" y="2633472"/>
            <a:ext cx="225743" cy="420624"/>
          </a:xfrm>
          <a:prstGeom prst="rect">
            <a:avLst/>
          </a:prstGeom>
          <a:solidFill>
            <a:srgbClr val="C62828"/>
          </a:solidFill>
          <a:ln w="2540">
            <a:solidFill>
              <a:srgbClr val="CCCCCC"/>
            </a:solidFill>
            <a:prstDash val="solid"/>
          </a:ln>
        </p:spPr>
      </p:sp>
      <p:sp>
        <p:nvSpPr>
          <p:cNvPr id="206" name="Shape 204"/>
          <p:cNvSpPr/>
          <p:nvPr/>
        </p:nvSpPr>
        <p:spPr>
          <a:xfrm>
            <a:off x="5392103" y="2633472"/>
            <a:ext cx="225743" cy="420624"/>
          </a:xfrm>
          <a:prstGeom prst="rect">
            <a:avLst/>
          </a:prstGeom>
          <a:solidFill>
            <a:srgbClr val="F2F2F2"/>
          </a:solidFill>
          <a:ln w="2540">
            <a:solidFill>
              <a:srgbClr val="CCCCCC"/>
            </a:solidFill>
            <a:prstDash val="solid"/>
          </a:ln>
        </p:spPr>
      </p:sp>
      <p:sp>
        <p:nvSpPr>
          <p:cNvPr id="207" name="Shape 205"/>
          <p:cNvSpPr/>
          <p:nvPr/>
        </p:nvSpPr>
        <p:spPr>
          <a:xfrm>
            <a:off x="5617845" y="2633472"/>
            <a:ext cx="225743" cy="420624"/>
          </a:xfrm>
          <a:prstGeom prst="rect">
            <a:avLst/>
          </a:prstGeom>
          <a:solidFill>
            <a:srgbClr val="F2F2F2"/>
          </a:solidFill>
          <a:ln w="2540">
            <a:solidFill>
              <a:srgbClr val="CCCCCC"/>
            </a:solidFill>
            <a:prstDash val="solid"/>
          </a:ln>
        </p:spPr>
      </p:sp>
      <p:sp>
        <p:nvSpPr>
          <p:cNvPr id="208" name="Shape 206"/>
          <p:cNvSpPr/>
          <p:nvPr/>
        </p:nvSpPr>
        <p:spPr>
          <a:xfrm>
            <a:off x="5843588" y="2633472"/>
            <a:ext cx="225743" cy="420624"/>
          </a:xfrm>
          <a:prstGeom prst="rect">
            <a:avLst/>
          </a:prstGeom>
          <a:solidFill>
            <a:srgbClr val="F2F2F2"/>
          </a:solidFill>
          <a:ln w="2540">
            <a:solidFill>
              <a:srgbClr val="CCCCCC"/>
            </a:solidFill>
            <a:prstDash val="solid"/>
          </a:ln>
        </p:spPr>
      </p:sp>
      <p:sp>
        <p:nvSpPr>
          <p:cNvPr id="209" name="Shape 207"/>
          <p:cNvSpPr/>
          <p:nvPr/>
        </p:nvSpPr>
        <p:spPr>
          <a:xfrm>
            <a:off x="6069330" y="2633472"/>
            <a:ext cx="225743" cy="420624"/>
          </a:xfrm>
          <a:prstGeom prst="rect">
            <a:avLst/>
          </a:prstGeom>
          <a:solidFill>
            <a:srgbClr val="F2F2F2"/>
          </a:solidFill>
          <a:ln w="2540">
            <a:solidFill>
              <a:srgbClr val="CCCCCC"/>
            </a:solidFill>
            <a:prstDash val="solid"/>
          </a:ln>
        </p:spPr>
      </p:sp>
      <p:sp>
        <p:nvSpPr>
          <p:cNvPr id="210" name="Shape 208"/>
          <p:cNvSpPr/>
          <p:nvPr/>
        </p:nvSpPr>
        <p:spPr>
          <a:xfrm>
            <a:off x="6295073" y="2633472"/>
            <a:ext cx="225743" cy="420624"/>
          </a:xfrm>
          <a:prstGeom prst="rect">
            <a:avLst/>
          </a:prstGeom>
          <a:solidFill>
            <a:srgbClr val="F2F2F2"/>
          </a:solidFill>
          <a:ln w="2540">
            <a:solidFill>
              <a:srgbClr val="CCCCCC"/>
            </a:solidFill>
            <a:prstDash val="solid"/>
          </a:ln>
        </p:spPr>
      </p:sp>
      <p:sp>
        <p:nvSpPr>
          <p:cNvPr id="211" name="Shape 209"/>
          <p:cNvSpPr/>
          <p:nvPr/>
        </p:nvSpPr>
        <p:spPr>
          <a:xfrm>
            <a:off x="6520815" y="2633472"/>
            <a:ext cx="225743" cy="420624"/>
          </a:xfrm>
          <a:prstGeom prst="rect">
            <a:avLst/>
          </a:prstGeom>
          <a:solidFill>
            <a:srgbClr val="F2F2F2"/>
          </a:solidFill>
          <a:ln w="2540">
            <a:solidFill>
              <a:srgbClr val="CCCCCC"/>
            </a:solidFill>
            <a:prstDash val="solid"/>
          </a:ln>
        </p:spPr>
      </p:sp>
      <p:sp>
        <p:nvSpPr>
          <p:cNvPr id="212" name="Shape 210"/>
          <p:cNvSpPr/>
          <p:nvPr/>
        </p:nvSpPr>
        <p:spPr>
          <a:xfrm>
            <a:off x="6746558" y="2633472"/>
            <a:ext cx="225743" cy="420624"/>
          </a:xfrm>
          <a:prstGeom prst="rect">
            <a:avLst/>
          </a:prstGeom>
          <a:solidFill>
            <a:srgbClr val="F2F2F2"/>
          </a:solidFill>
          <a:ln w="2540">
            <a:solidFill>
              <a:srgbClr val="CCCCCC"/>
            </a:solidFill>
            <a:prstDash val="solid"/>
          </a:ln>
        </p:spPr>
      </p:sp>
      <p:sp>
        <p:nvSpPr>
          <p:cNvPr id="213" name="Shape 211"/>
          <p:cNvSpPr/>
          <p:nvPr/>
        </p:nvSpPr>
        <p:spPr>
          <a:xfrm>
            <a:off x="6972300" y="2633472"/>
            <a:ext cx="225743" cy="420624"/>
          </a:xfrm>
          <a:prstGeom prst="rect">
            <a:avLst/>
          </a:prstGeom>
          <a:solidFill>
            <a:srgbClr val="F2F2F2"/>
          </a:solidFill>
          <a:ln w="2540">
            <a:solidFill>
              <a:srgbClr val="CCCCCC"/>
            </a:solidFill>
            <a:prstDash val="solid"/>
          </a:ln>
        </p:spPr>
      </p:sp>
      <p:sp>
        <p:nvSpPr>
          <p:cNvPr id="214" name="Shape 212"/>
          <p:cNvSpPr/>
          <p:nvPr/>
        </p:nvSpPr>
        <p:spPr>
          <a:xfrm>
            <a:off x="7198043" y="2633472"/>
            <a:ext cx="225743" cy="420624"/>
          </a:xfrm>
          <a:prstGeom prst="rect">
            <a:avLst/>
          </a:prstGeom>
          <a:solidFill>
            <a:srgbClr val="F2F2F2"/>
          </a:solidFill>
          <a:ln w="2540">
            <a:solidFill>
              <a:srgbClr val="CCCCCC"/>
            </a:solidFill>
            <a:prstDash val="solid"/>
          </a:ln>
        </p:spPr>
      </p:sp>
      <p:sp>
        <p:nvSpPr>
          <p:cNvPr id="215" name="Shape 213"/>
          <p:cNvSpPr/>
          <p:nvPr/>
        </p:nvSpPr>
        <p:spPr>
          <a:xfrm>
            <a:off x="7423785" y="2633472"/>
            <a:ext cx="225743" cy="420624"/>
          </a:xfrm>
          <a:prstGeom prst="rect">
            <a:avLst/>
          </a:prstGeom>
          <a:solidFill>
            <a:srgbClr val="F2F2F2"/>
          </a:solidFill>
          <a:ln w="2540">
            <a:solidFill>
              <a:srgbClr val="CCCCCC"/>
            </a:solidFill>
            <a:prstDash val="solid"/>
          </a:ln>
        </p:spPr>
      </p:sp>
      <p:sp>
        <p:nvSpPr>
          <p:cNvPr id="216" name="Shape 214"/>
          <p:cNvSpPr/>
          <p:nvPr/>
        </p:nvSpPr>
        <p:spPr>
          <a:xfrm>
            <a:off x="7649528" y="2633472"/>
            <a:ext cx="225743" cy="420624"/>
          </a:xfrm>
          <a:prstGeom prst="rect">
            <a:avLst/>
          </a:prstGeom>
          <a:solidFill>
            <a:srgbClr val="F2F2F2"/>
          </a:solidFill>
          <a:ln w="2540">
            <a:solidFill>
              <a:srgbClr val="CCCCCC"/>
            </a:solidFill>
            <a:prstDash val="solid"/>
          </a:ln>
        </p:spPr>
      </p:sp>
      <p:sp>
        <p:nvSpPr>
          <p:cNvPr id="217" name="Shape 215"/>
          <p:cNvSpPr/>
          <p:nvPr/>
        </p:nvSpPr>
        <p:spPr>
          <a:xfrm>
            <a:off x="7875270" y="2633472"/>
            <a:ext cx="225743" cy="420624"/>
          </a:xfrm>
          <a:prstGeom prst="rect">
            <a:avLst/>
          </a:prstGeom>
          <a:solidFill>
            <a:srgbClr val="F2F2F2"/>
          </a:solidFill>
          <a:ln w="2540">
            <a:solidFill>
              <a:srgbClr val="CCCCCC"/>
            </a:solidFill>
            <a:prstDash val="solid"/>
          </a:ln>
        </p:spPr>
      </p:sp>
      <p:sp>
        <p:nvSpPr>
          <p:cNvPr id="218" name="Shape 216"/>
          <p:cNvSpPr/>
          <p:nvPr/>
        </p:nvSpPr>
        <p:spPr>
          <a:xfrm>
            <a:off x="8101013" y="2633472"/>
            <a:ext cx="225743" cy="420624"/>
          </a:xfrm>
          <a:prstGeom prst="rect">
            <a:avLst/>
          </a:prstGeom>
          <a:solidFill>
            <a:srgbClr val="F2F2F2"/>
          </a:solidFill>
          <a:ln w="2540">
            <a:solidFill>
              <a:srgbClr val="CCCCCC"/>
            </a:solidFill>
            <a:prstDash val="solid"/>
          </a:ln>
        </p:spPr>
      </p:sp>
      <p:sp>
        <p:nvSpPr>
          <p:cNvPr id="219" name="Shape 217"/>
          <p:cNvSpPr/>
          <p:nvPr/>
        </p:nvSpPr>
        <p:spPr>
          <a:xfrm>
            <a:off x="8326755" y="2633472"/>
            <a:ext cx="225743" cy="420624"/>
          </a:xfrm>
          <a:prstGeom prst="rect">
            <a:avLst/>
          </a:prstGeom>
          <a:solidFill>
            <a:srgbClr val="F2F2F2"/>
          </a:solidFill>
          <a:ln w="2540">
            <a:solidFill>
              <a:srgbClr val="CCCCCC"/>
            </a:solidFill>
            <a:prstDash val="solid"/>
          </a:ln>
        </p:spPr>
      </p:sp>
      <p:sp>
        <p:nvSpPr>
          <p:cNvPr id="220" name="Shape 218"/>
          <p:cNvSpPr/>
          <p:nvPr/>
        </p:nvSpPr>
        <p:spPr>
          <a:xfrm>
            <a:off x="8552498" y="2633472"/>
            <a:ext cx="225743" cy="420624"/>
          </a:xfrm>
          <a:prstGeom prst="rect">
            <a:avLst/>
          </a:prstGeom>
          <a:solidFill>
            <a:srgbClr val="F2F2F2"/>
          </a:solidFill>
          <a:ln w="2540">
            <a:solidFill>
              <a:srgbClr val="CCCCCC"/>
            </a:solidFill>
            <a:prstDash val="solid"/>
          </a:ln>
        </p:spPr>
      </p:sp>
      <p:sp>
        <p:nvSpPr>
          <p:cNvPr id="221" name="Shape 219"/>
          <p:cNvSpPr/>
          <p:nvPr/>
        </p:nvSpPr>
        <p:spPr>
          <a:xfrm>
            <a:off x="347472" y="3054096"/>
            <a:ext cx="1207008" cy="420624"/>
          </a:xfrm>
          <a:prstGeom prst="rect">
            <a:avLst/>
          </a:prstGeom>
          <a:solidFill>
            <a:srgbClr val="FFFFFF"/>
          </a:solidFill>
          <a:ln w="3810">
            <a:solidFill>
              <a:srgbClr val="CCCCCC"/>
            </a:solidFill>
            <a:prstDash val="solid"/>
          </a:ln>
        </p:spPr>
      </p:sp>
      <p:sp>
        <p:nvSpPr>
          <p:cNvPr id="222" name="Text 220"/>
          <p:cNvSpPr/>
          <p:nvPr/>
        </p:nvSpPr>
        <p:spPr>
          <a:xfrm>
            <a:off x="411480" y="3054096"/>
            <a:ext cx="1115568" cy="420624"/>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Coding</a:t>
            </a:r>
            <a:endParaRPr lang="en-US" sz="1300" dirty="0"/>
          </a:p>
        </p:txBody>
      </p:sp>
      <p:sp>
        <p:nvSpPr>
          <p:cNvPr id="223" name="Shape 221"/>
          <p:cNvSpPr/>
          <p:nvPr/>
        </p:nvSpPr>
        <p:spPr>
          <a:xfrm>
            <a:off x="1554480" y="3054096"/>
            <a:ext cx="225743" cy="420624"/>
          </a:xfrm>
          <a:prstGeom prst="rect">
            <a:avLst/>
          </a:prstGeom>
          <a:solidFill>
            <a:srgbClr val="FFFFFF"/>
          </a:solidFill>
          <a:ln w="2540">
            <a:solidFill>
              <a:srgbClr val="CCCCCC"/>
            </a:solidFill>
            <a:prstDash val="solid"/>
          </a:ln>
        </p:spPr>
      </p:sp>
      <p:sp>
        <p:nvSpPr>
          <p:cNvPr id="224" name="Shape 222"/>
          <p:cNvSpPr/>
          <p:nvPr/>
        </p:nvSpPr>
        <p:spPr>
          <a:xfrm>
            <a:off x="1780223" y="3054096"/>
            <a:ext cx="225743" cy="420624"/>
          </a:xfrm>
          <a:prstGeom prst="rect">
            <a:avLst/>
          </a:prstGeom>
          <a:solidFill>
            <a:srgbClr val="FFFFFF"/>
          </a:solidFill>
          <a:ln w="2540">
            <a:solidFill>
              <a:srgbClr val="CCCCCC"/>
            </a:solidFill>
            <a:prstDash val="solid"/>
          </a:ln>
        </p:spPr>
      </p:sp>
      <p:sp>
        <p:nvSpPr>
          <p:cNvPr id="225" name="Shape 223"/>
          <p:cNvSpPr/>
          <p:nvPr/>
        </p:nvSpPr>
        <p:spPr>
          <a:xfrm>
            <a:off x="2005965" y="3054096"/>
            <a:ext cx="225743" cy="420624"/>
          </a:xfrm>
          <a:prstGeom prst="rect">
            <a:avLst/>
          </a:prstGeom>
          <a:solidFill>
            <a:srgbClr val="FFFFFF"/>
          </a:solidFill>
          <a:ln w="2540">
            <a:solidFill>
              <a:srgbClr val="CCCCCC"/>
            </a:solidFill>
            <a:prstDash val="solid"/>
          </a:ln>
        </p:spPr>
      </p:sp>
      <p:sp>
        <p:nvSpPr>
          <p:cNvPr id="226" name="Shape 224"/>
          <p:cNvSpPr/>
          <p:nvPr/>
        </p:nvSpPr>
        <p:spPr>
          <a:xfrm>
            <a:off x="2231708" y="3054096"/>
            <a:ext cx="225743" cy="420624"/>
          </a:xfrm>
          <a:prstGeom prst="rect">
            <a:avLst/>
          </a:prstGeom>
          <a:solidFill>
            <a:srgbClr val="FFFFFF"/>
          </a:solidFill>
          <a:ln w="2540">
            <a:solidFill>
              <a:srgbClr val="CCCCCC"/>
            </a:solidFill>
            <a:prstDash val="solid"/>
          </a:ln>
        </p:spPr>
      </p:sp>
      <p:sp>
        <p:nvSpPr>
          <p:cNvPr id="227" name="Shape 225"/>
          <p:cNvSpPr/>
          <p:nvPr/>
        </p:nvSpPr>
        <p:spPr>
          <a:xfrm>
            <a:off x="2457450" y="3054096"/>
            <a:ext cx="225743" cy="420624"/>
          </a:xfrm>
          <a:prstGeom prst="rect">
            <a:avLst/>
          </a:prstGeom>
          <a:solidFill>
            <a:srgbClr val="FFFFFF"/>
          </a:solidFill>
          <a:ln w="2540">
            <a:solidFill>
              <a:srgbClr val="CCCCCC"/>
            </a:solidFill>
            <a:prstDash val="solid"/>
          </a:ln>
        </p:spPr>
      </p:sp>
      <p:sp>
        <p:nvSpPr>
          <p:cNvPr id="228" name="Shape 226"/>
          <p:cNvSpPr/>
          <p:nvPr/>
        </p:nvSpPr>
        <p:spPr>
          <a:xfrm>
            <a:off x="2683193" y="3054096"/>
            <a:ext cx="225743" cy="420624"/>
          </a:xfrm>
          <a:prstGeom prst="rect">
            <a:avLst/>
          </a:prstGeom>
          <a:solidFill>
            <a:srgbClr val="FFFFFF"/>
          </a:solidFill>
          <a:ln w="2540">
            <a:solidFill>
              <a:srgbClr val="CCCCCC"/>
            </a:solidFill>
            <a:prstDash val="solid"/>
          </a:ln>
        </p:spPr>
      </p:sp>
      <p:sp>
        <p:nvSpPr>
          <p:cNvPr id="229" name="Shape 227"/>
          <p:cNvSpPr/>
          <p:nvPr/>
        </p:nvSpPr>
        <p:spPr>
          <a:xfrm>
            <a:off x="2908935" y="3054096"/>
            <a:ext cx="225743" cy="420624"/>
          </a:xfrm>
          <a:prstGeom prst="rect">
            <a:avLst/>
          </a:prstGeom>
          <a:solidFill>
            <a:srgbClr val="FFFFFF"/>
          </a:solidFill>
          <a:ln w="2540">
            <a:solidFill>
              <a:srgbClr val="CCCCCC"/>
            </a:solidFill>
            <a:prstDash val="solid"/>
          </a:ln>
        </p:spPr>
      </p:sp>
      <p:sp>
        <p:nvSpPr>
          <p:cNvPr id="230" name="Shape 228"/>
          <p:cNvSpPr/>
          <p:nvPr/>
        </p:nvSpPr>
        <p:spPr>
          <a:xfrm>
            <a:off x="3134678" y="3054096"/>
            <a:ext cx="225743" cy="420624"/>
          </a:xfrm>
          <a:prstGeom prst="rect">
            <a:avLst/>
          </a:prstGeom>
          <a:solidFill>
            <a:srgbClr val="FFFFFF"/>
          </a:solidFill>
          <a:ln w="2540">
            <a:solidFill>
              <a:srgbClr val="CCCCCC"/>
            </a:solidFill>
            <a:prstDash val="solid"/>
          </a:ln>
        </p:spPr>
      </p:sp>
      <p:sp>
        <p:nvSpPr>
          <p:cNvPr id="231" name="Shape 229"/>
          <p:cNvSpPr/>
          <p:nvPr/>
        </p:nvSpPr>
        <p:spPr>
          <a:xfrm>
            <a:off x="3360420" y="3054096"/>
            <a:ext cx="225743" cy="420624"/>
          </a:xfrm>
          <a:prstGeom prst="rect">
            <a:avLst/>
          </a:prstGeom>
          <a:solidFill>
            <a:srgbClr val="FFFFFF"/>
          </a:solidFill>
          <a:ln w="2540">
            <a:solidFill>
              <a:srgbClr val="CCCCCC"/>
            </a:solidFill>
            <a:prstDash val="solid"/>
          </a:ln>
        </p:spPr>
      </p:sp>
      <p:sp>
        <p:nvSpPr>
          <p:cNvPr id="232" name="Shape 230"/>
          <p:cNvSpPr/>
          <p:nvPr/>
        </p:nvSpPr>
        <p:spPr>
          <a:xfrm>
            <a:off x="3586163" y="3054096"/>
            <a:ext cx="225743" cy="420624"/>
          </a:xfrm>
          <a:prstGeom prst="rect">
            <a:avLst/>
          </a:prstGeom>
          <a:solidFill>
            <a:srgbClr val="FFFFFF"/>
          </a:solidFill>
          <a:ln w="2540">
            <a:solidFill>
              <a:srgbClr val="CCCCCC"/>
            </a:solidFill>
            <a:prstDash val="solid"/>
          </a:ln>
        </p:spPr>
      </p:sp>
      <p:sp>
        <p:nvSpPr>
          <p:cNvPr id="233" name="Shape 231"/>
          <p:cNvSpPr/>
          <p:nvPr/>
        </p:nvSpPr>
        <p:spPr>
          <a:xfrm>
            <a:off x="3811905" y="3054096"/>
            <a:ext cx="225743" cy="420624"/>
          </a:xfrm>
          <a:prstGeom prst="rect">
            <a:avLst/>
          </a:prstGeom>
          <a:solidFill>
            <a:srgbClr val="FFFFFF"/>
          </a:solidFill>
          <a:ln w="2540">
            <a:solidFill>
              <a:srgbClr val="CCCCCC"/>
            </a:solidFill>
            <a:prstDash val="solid"/>
          </a:ln>
        </p:spPr>
      </p:sp>
      <p:sp>
        <p:nvSpPr>
          <p:cNvPr id="234" name="Shape 232"/>
          <p:cNvSpPr/>
          <p:nvPr/>
        </p:nvSpPr>
        <p:spPr>
          <a:xfrm>
            <a:off x="4037648" y="3054096"/>
            <a:ext cx="225743" cy="420624"/>
          </a:xfrm>
          <a:prstGeom prst="rect">
            <a:avLst/>
          </a:prstGeom>
          <a:solidFill>
            <a:srgbClr val="FFFFFF"/>
          </a:solidFill>
          <a:ln w="2540">
            <a:solidFill>
              <a:srgbClr val="CCCCCC"/>
            </a:solidFill>
            <a:prstDash val="solid"/>
          </a:ln>
        </p:spPr>
      </p:sp>
      <p:sp>
        <p:nvSpPr>
          <p:cNvPr id="235" name="Shape 233"/>
          <p:cNvSpPr/>
          <p:nvPr/>
        </p:nvSpPr>
        <p:spPr>
          <a:xfrm>
            <a:off x="4263390" y="3054096"/>
            <a:ext cx="225743" cy="420624"/>
          </a:xfrm>
          <a:prstGeom prst="rect">
            <a:avLst/>
          </a:prstGeom>
          <a:solidFill>
            <a:srgbClr val="C62828"/>
          </a:solidFill>
          <a:ln w="2540">
            <a:solidFill>
              <a:srgbClr val="CCCCCC"/>
            </a:solidFill>
            <a:prstDash val="solid"/>
          </a:ln>
        </p:spPr>
      </p:sp>
      <p:sp>
        <p:nvSpPr>
          <p:cNvPr id="236" name="Shape 234"/>
          <p:cNvSpPr/>
          <p:nvPr/>
        </p:nvSpPr>
        <p:spPr>
          <a:xfrm>
            <a:off x="4489133" y="3054096"/>
            <a:ext cx="225743" cy="420624"/>
          </a:xfrm>
          <a:prstGeom prst="rect">
            <a:avLst/>
          </a:prstGeom>
          <a:solidFill>
            <a:srgbClr val="C62828"/>
          </a:solidFill>
          <a:ln w="2540">
            <a:solidFill>
              <a:srgbClr val="CCCCCC"/>
            </a:solidFill>
            <a:prstDash val="solid"/>
          </a:ln>
        </p:spPr>
      </p:sp>
      <p:sp>
        <p:nvSpPr>
          <p:cNvPr id="237" name="Shape 235"/>
          <p:cNvSpPr/>
          <p:nvPr/>
        </p:nvSpPr>
        <p:spPr>
          <a:xfrm>
            <a:off x="4714875" y="3054096"/>
            <a:ext cx="225743" cy="420624"/>
          </a:xfrm>
          <a:prstGeom prst="rect">
            <a:avLst/>
          </a:prstGeom>
          <a:solidFill>
            <a:srgbClr val="C62828"/>
          </a:solidFill>
          <a:ln w="2540">
            <a:solidFill>
              <a:srgbClr val="CCCCCC"/>
            </a:solidFill>
            <a:prstDash val="solid"/>
          </a:ln>
        </p:spPr>
      </p:sp>
      <p:sp>
        <p:nvSpPr>
          <p:cNvPr id="238" name="Shape 236"/>
          <p:cNvSpPr/>
          <p:nvPr/>
        </p:nvSpPr>
        <p:spPr>
          <a:xfrm>
            <a:off x="4940618" y="3054096"/>
            <a:ext cx="225743" cy="420624"/>
          </a:xfrm>
          <a:prstGeom prst="rect">
            <a:avLst/>
          </a:prstGeom>
          <a:solidFill>
            <a:srgbClr val="C62828"/>
          </a:solidFill>
          <a:ln w="2540">
            <a:solidFill>
              <a:srgbClr val="CCCCCC"/>
            </a:solidFill>
            <a:prstDash val="solid"/>
          </a:ln>
        </p:spPr>
      </p:sp>
      <p:sp>
        <p:nvSpPr>
          <p:cNvPr id="239" name="Shape 237"/>
          <p:cNvSpPr/>
          <p:nvPr/>
        </p:nvSpPr>
        <p:spPr>
          <a:xfrm>
            <a:off x="5166360" y="3054096"/>
            <a:ext cx="225743" cy="420624"/>
          </a:xfrm>
          <a:prstGeom prst="rect">
            <a:avLst/>
          </a:prstGeom>
          <a:solidFill>
            <a:srgbClr val="C62828"/>
          </a:solidFill>
          <a:ln w="2540">
            <a:solidFill>
              <a:srgbClr val="CCCCCC"/>
            </a:solidFill>
            <a:prstDash val="solid"/>
          </a:ln>
        </p:spPr>
      </p:sp>
      <p:sp>
        <p:nvSpPr>
          <p:cNvPr id="240" name="Shape 238"/>
          <p:cNvSpPr/>
          <p:nvPr/>
        </p:nvSpPr>
        <p:spPr>
          <a:xfrm>
            <a:off x="5392103" y="3054096"/>
            <a:ext cx="225743" cy="420624"/>
          </a:xfrm>
          <a:prstGeom prst="rect">
            <a:avLst/>
          </a:prstGeom>
          <a:solidFill>
            <a:srgbClr val="C62828"/>
          </a:solidFill>
          <a:ln w="2540">
            <a:solidFill>
              <a:srgbClr val="CCCCCC"/>
            </a:solidFill>
            <a:prstDash val="solid"/>
          </a:ln>
        </p:spPr>
      </p:sp>
      <p:sp>
        <p:nvSpPr>
          <p:cNvPr id="241" name="Shape 239"/>
          <p:cNvSpPr/>
          <p:nvPr/>
        </p:nvSpPr>
        <p:spPr>
          <a:xfrm>
            <a:off x="5617845" y="3054096"/>
            <a:ext cx="225743" cy="420624"/>
          </a:xfrm>
          <a:prstGeom prst="rect">
            <a:avLst/>
          </a:prstGeom>
          <a:solidFill>
            <a:srgbClr val="C62828"/>
          </a:solidFill>
          <a:ln w="2540">
            <a:solidFill>
              <a:srgbClr val="CCCCCC"/>
            </a:solidFill>
            <a:prstDash val="solid"/>
          </a:ln>
        </p:spPr>
      </p:sp>
      <p:sp>
        <p:nvSpPr>
          <p:cNvPr id="242" name="Shape 240"/>
          <p:cNvSpPr/>
          <p:nvPr/>
        </p:nvSpPr>
        <p:spPr>
          <a:xfrm>
            <a:off x="5843588" y="3054096"/>
            <a:ext cx="225743" cy="420624"/>
          </a:xfrm>
          <a:prstGeom prst="rect">
            <a:avLst/>
          </a:prstGeom>
          <a:solidFill>
            <a:srgbClr val="C62828"/>
          </a:solidFill>
          <a:ln w="2540">
            <a:solidFill>
              <a:srgbClr val="CCCCCC"/>
            </a:solidFill>
            <a:prstDash val="solid"/>
          </a:ln>
        </p:spPr>
      </p:sp>
      <p:sp>
        <p:nvSpPr>
          <p:cNvPr id="243" name="Shape 241"/>
          <p:cNvSpPr/>
          <p:nvPr/>
        </p:nvSpPr>
        <p:spPr>
          <a:xfrm>
            <a:off x="6069330" y="3054096"/>
            <a:ext cx="225743" cy="420624"/>
          </a:xfrm>
          <a:prstGeom prst="rect">
            <a:avLst/>
          </a:prstGeom>
          <a:solidFill>
            <a:srgbClr val="C62828"/>
          </a:solidFill>
          <a:ln w="2540">
            <a:solidFill>
              <a:srgbClr val="CCCCCC"/>
            </a:solidFill>
            <a:prstDash val="solid"/>
          </a:ln>
        </p:spPr>
      </p:sp>
      <p:sp>
        <p:nvSpPr>
          <p:cNvPr id="244" name="Shape 242"/>
          <p:cNvSpPr/>
          <p:nvPr/>
        </p:nvSpPr>
        <p:spPr>
          <a:xfrm>
            <a:off x="6295073" y="3054096"/>
            <a:ext cx="225743" cy="420624"/>
          </a:xfrm>
          <a:prstGeom prst="rect">
            <a:avLst/>
          </a:prstGeom>
          <a:solidFill>
            <a:srgbClr val="C62828"/>
          </a:solidFill>
          <a:ln w="2540">
            <a:solidFill>
              <a:srgbClr val="CCCCCC"/>
            </a:solidFill>
            <a:prstDash val="solid"/>
          </a:ln>
        </p:spPr>
      </p:sp>
      <p:sp>
        <p:nvSpPr>
          <p:cNvPr id="245" name="Shape 243"/>
          <p:cNvSpPr/>
          <p:nvPr/>
        </p:nvSpPr>
        <p:spPr>
          <a:xfrm>
            <a:off x="6520815" y="3054096"/>
            <a:ext cx="225743" cy="420624"/>
          </a:xfrm>
          <a:prstGeom prst="rect">
            <a:avLst/>
          </a:prstGeom>
          <a:solidFill>
            <a:srgbClr val="FFFFFF"/>
          </a:solidFill>
          <a:ln w="2540">
            <a:solidFill>
              <a:srgbClr val="CCCCCC"/>
            </a:solidFill>
            <a:prstDash val="solid"/>
          </a:ln>
        </p:spPr>
      </p:sp>
      <p:sp>
        <p:nvSpPr>
          <p:cNvPr id="246" name="Shape 244"/>
          <p:cNvSpPr/>
          <p:nvPr/>
        </p:nvSpPr>
        <p:spPr>
          <a:xfrm>
            <a:off x="6746558" y="3054096"/>
            <a:ext cx="225743" cy="420624"/>
          </a:xfrm>
          <a:prstGeom prst="rect">
            <a:avLst/>
          </a:prstGeom>
          <a:solidFill>
            <a:srgbClr val="FFFFFF"/>
          </a:solidFill>
          <a:ln w="2540">
            <a:solidFill>
              <a:srgbClr val="CCCCCC"/>
            </a:solidFill>
            <a:prstDash val="solid"/>
          </a:ln>
        </p:spPr>
      </p:sp>
      <p:sp>
        <p:nvSpPr>
          <p:cNvPr id="247" name="Shape 245"/>
          <p:cNvSpPr/>
          <p:nvPr/>
        </p:nvSpPr>
        <p:spPr>
          <a:xfrm>
            <a:off x="6972300" y="3054096"/>
            <a:ext cx="225743" cy="420624"/>
          </a:xfrm>
          <a:prstGeom prst="rect">
            <a:avLst/>
          </a:prstGeom>
          <a:solidFill>
            <a:srgbClr val="FFFFFF"/>
          </a:solidFill>
          <a:ln w="2540">
            <a:solidFill>
              <a:srgbClr val="CCCCCC"/>
            </a:solidFill>
            <a:prstDash val="solid"/>
          </a:ln>
        </p:spPr>
      </p:sp>
      <p:sp>
        <p:nvSpPr>
          <p:cNvPr id="248" name="Shape 246"/>
          <p:cNvSpPr/>
          <p:nvPr/>
        </p:nvSpPr>
        <p:spPr>
          <a:xfrm>
            <a:off x="7198043" y="3054096"/>
            <a:ext cx="225743" cy="420624"/>
          </a:xfrm>
          <a:prstGeom prst="rect">
            <a:avLst/>
          </a:prstGeom>
          <a:solidFill>
            <a:srgbClr val="FFFFFF"/>
          </a:solidFill>
          <a:ln w="2540">
            <a:solidFill>
              <a:srgbClr val="CCCCCC"/>
            </a:solidFill>
            <a:prstDash val="solid"/>
          </a:ln>
        </p:spPr>
      </p:sp>
      <p:sp>
        <p:nvSpPr>
          <p:cNvPr id="249" name="Shape 247"/>
          <p:cNvSpPr/>
          <p:nvPr/>
        </p:nvSpPr>
        <p:spPr>
          <a:xfrm>
            <a:off x="7423785" y="3054096"/>
            <a:ext cx="225743" cy="420624"/>
          </a:xfrm>
          <a:prstGeom prst="rect">
            <a:avLst/>
          </a:prstGeom>
          <a:solidFill>
            <a:srgbClr val="FFFFFF"/>
          </a:solidFill>
          <a:ln w="2540">
            <a:solidFill>
              <a:srgbClr val="CCCCCC"/>
            </a:solidFill>
            <a:prstDash val="solid"/>
          </a:ln>
        </p:spPr>
      </p:sp>
      <p:sp>
        <p:nvSpPr>
          <p:cNvPr id="250" name="Shape 248"/>
          <p:cNvSpPr/>
          <p:nvPr/>
        </p:nvSpPr>
        <p:spPr>
          <a:xfrm>
            <a:off x="7649528" y="3054096"/>
            <a:ext cx="225743" cy="420624"/>
          </a:xfrm>
          <a:prstGeom prst="rect">
            <a:avLst/>
          </a:prstGeom>
          <a:solidFill>
            <a:srgbClr val="FFFFFF"/>
          </a:solidFill>
          <a:ln w="2540">
            <a:solidFill>
              <a:srgbClr val="CCCCCC"/>
            </a:solidFill>
            <a:prstDash val="solid"/>
          </a:ln>
        </p:spPr>
      </p:sp>
      <p:sp>
        <p:nvSpPr>
          <p:cNvPr id="251" name="Shape 249"/>
          <p:cNvSpPr/>
          <p:nvPr/>
        </p:nvSpPr>
        <p:spPr>
          <a:xfrm>
            <a:off x="7875270" y="3054096"/>
            <a:ext cx="225743" cy="420624"/>
          </a:xfrm>
          <a:prstGeom prst="rect">
            <a:avLst/>
          </a:prstGeom>
          <a:solidFill>
            <a:srgbClr val="FFFFFF"/>
          </a:solidFill>
          <a:ln w="2540">
            <a:solidFill>
              <a:srgbClr val="CCCCCC"/>
            </a:solidFill>
            <a:prstDash val="solid"/>
          </a:ln>
        </p:spPr>
      </p:sp>
      <p:sp>
        <p:nvSpPr>
          <p:cNvPr id="252" name="Shape 250"/>
          <p:cNvSpPr/>
          <p:nvPr/>
        </p:nvSpPr>
        <p:spPr>
          <a:xfrm>
            <a:off x="8101013" y="3054096"/>
            <a:ext cx="225743" cy="420624"/>
          </a:xfrm>
          <a:prstGeom prst="rect">
            <a:avLst/>
          </a:prstGeom>
          <a:solidFill>
            <a:srgbClr val="FFFFFF"/>
          </a:solidFill>
          <a:ln w="2540">
            <a:solidFill>
              <a:srgbClr val="CCCCCC"/>
            </a:solidFill>
            <a:prstDash val="solid"/>
          </a:ln>
        </p:spPr>
      </p:sp>
      <p:sp>
        <p:nvSpPr>
          <p:cNvPr id="253" name="Shape 251"/>
          <p:cNvSpPr/>
          <p:nvPr/>
        </p:nvSpPr>
        <p:spPr>
          <a:xfrm>
            <a:off x="8326755" y="3054096"/>
            <a:ext cx="225743" cy="420624"/>
          </a:xfrm>
          <a:prstGeom prst="rect">
            <a:avLst/>
          </a:prstGeom>
          <a:solidFill>
            <a:srgbClr val="FFFFFF"/>
          </a:solidFill>
          <a:ln w="2540">
            <a:solidFill>
              <a:srgbClr val="CCCCCC"/>
            </a:solidFill>
            <a:prstDash val="solid"/>
          </a:ln>
        </p:spPr>
      </p:sp>
      <p:sp>
        <p:nvSpPr>
          <p:cNvPr id="254" name="Shape 252"/>
          <p:cNvSpPr/>
          <p:nvPr/>
        </p:nvSpPr>
        <p:spPr>
          <a:xfrm>
            <a:off x="8552498" y="3054096"/>
            <a:ext cx="225743" cy="420624"/>
          </a:xfrm>
          <a:prstGeom prst="rect">
            <a:avLst/>
          </a:prstGeom>
          <a:solidFill>
            <a:srgbClr val="FFFFFF"/>
          </a:solidFill>
          <a:ln w="2540">
            <a:solidFill>
              <a:srgbClr val="CCCCCC"/>
            </a:solidFill>
            <a:prstDash val="solid"/>
          </a:ln>
        </p:spPr>
      </p:sp>
      <p:sp>
        <p:nvSpPr>
          <p:cNvPr id="255" name="Shape 253"/>
          <p:cNvSpPr/>
          <p:nvPr/>
        </p:nvSpPr>
        <p:spPr>
          <a:xfrm>
            <a:off x="347472" y="3474720"/>
            <a:ext cx="1207008" cy="420624"/>
          </a:xfrm>
          <a:prstGeom prst="rect">
            <a:avLst/>
          </a:prstGeom>
          <a:solidFill>
            <a:srgbClr val="F2F2F2"/>
          </a:solidFill>
          <a:ln w="3810">
            <a:solidFill>
              <a:srgbClr val="CCCCCC"/>
            </a:solidFill>
            <a:prstDash val="solid"/>
          </a:ln>
        </p:spPr>
      </p:sp>
      <p:sp>
        <p:nvSpPr>
          <p:cNvPr id="256" name="Text 254"/>
          <p:cNvSpPr/>
          <p:nvPr/>
        </p:nvSpPr>
        <p:spPr>
          <a:xfrm>
            <a:off x="411480" y="3474720"/>
            <a:ext cx="1115568" cy="420624"/>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Testing</a:t>
            </a:r>
            <a:endParaRPr lang="en-US" sz="1300" dirty="0"/>
          </a:p>
        </p:txBody>
      </p:sp>
      <p:sp>
        <p:nvSpPr>
          <p:cNvPr id="257" name="Shape 255"/>
          <p:cNvSpPr/>
          <p:nvPr/>
        </p:nvSpPr>
        <p:spPr>
          <a:xfrm>
            <a:off x="1554480" y="3474720"/>
            <a:ext cx="225743" cy="420624"/>
          </a:xfrm>
          <a:prstGeom prst="rect">
            <a:avLst/>
          </a:prstGeom>
          <a:solidFill>
            <a:srgbClr val="F2F2F2"/>
          </a:solidFill>
          <a:ln w="2540">
            <a:solidFill>
              <a:srgbClr val="CCCCCC"/>
            </a:solidFill>
            <a:prstDash val="solid"/>
          </a:ln>
        </p:spPr>
      </p:sp>
      <p:sp>
        <p:nvSpPr>
          <p:cNvPr id="258" name="Shape 256"/>
          <p:cNvSpPr/>
          <p:nvPr/>
        </p:nvSpPr>
        <p:spPr>
          <a:xfrm>
            <a:off x="1780223" y="3474720"/>
            <a:ext cx="225743" cy="420624"/>
          </a:xfrm>
          <a:prstGeom prst="rect">
            <a:avLst/>
          </a:prstGeom>
          <a:solidFill>
            <a:srgbClr val="F2F2F2"/>
          </a:solidFill>
          <a:ln w="2540">
            <a:solidFill>
              <a:srgbClr val="CCCCCC"/>
            </a:solidFill>
            <a:prstDash val="solid"/>
          </a:ln>
        </p:spPr>
      </p:sp>
      <p:sp>
        <p:nvSpPr>
          <p:cNvPr id="259" name="Shape 257"/>
          <p:cNvSpPr/>
          <p:nvPr/>
        </p:nvSpPr>
        <p:spPr>
          <a:xfrm>
            <a:off x="2005965" y="3474720"/>
            <a:ext cx="225743" cy="420624"/>
          </a:xfrm>
          <a:prstGeom prst="rect">
            <a:avLst/>
          </a:prstGeom>
          <a:solidFill>
            <a:srgbClr val="F2F2F2"/>
          </a:solidFill>
          <a:ln w="2540">
            <a:solidFill>
              <a:srgbClr val="CCCCCC"/>
            </a:solidFill>
            <a:prstDash val="solid"/>
          </a:ln>
        </p:spPr>
      </p:sp>
      <p:sp>
        <p:nvSpPr>
          <p:cNvPr id="260" name="Shape 258"/>
          <p:cNvSpPr/>
          <p:nvPr/>
        </p:nvSpPr>
        <p:spPr>
          <a:xfrm>
            <a:off x="2231708" y="3474720"/>
            <a:ext cx="225743" cy="420624"/>
          </a:xfrm>
          <a:prstGeom prst="rect">
            <a:avLst/>
          </a:prstGeom>
          <a:solidFill>
            <a:srgbClr val="F2F2F2"/>
          </a:solidFill>
          <a:ln w="2540">
            <a:solidFill>
              <a:srgbClr val="CCCCCC"/>
            </a:solidFill>
            <a:prstDash val="solid"/>
          </a:ln>
        </p:spPr>
      </p:sp>
      <p:sp>
        <p:nvSpPr>
          <p:cNvPr id="261" name="Shape 259"/>
          <p:cNvSpPr/>
          <p:nvPr/>
        </p:nvSpPr>
        <p:spPr>
          <a:xfrm>
            <a:off x="2457450" y="3474720"/>
            <a:ext cx="225743" cy="420624"/>
          </a:xfrm>
          <a:prstGeom prst="rect">
            <a:avLst/>
          </a:prstGeom>
          <a:solidFill>
            <a:srgbClr val="F2F2F2"/>
          </a:solidFill>
          <a:ln w="2540">
            <a:solidFill>
              <a:srgbClr val="CCCCCC"/>
            </a:solidFill>
            <a:prstDash val="solid"/>
          </a:ln>
        </p:spPr>
      </p:sp>
      <p:sp>
        <p:nvSpPr>
          <p:cNvPr id="262" name="Shape 260"/>
          <p:cNvSpPr/>
          <p:nvPr/>
        </p:nvSpPr>
        <p:spPr>
          <a:xfrm>
            <a:off x="2683193" y="3474720"/>
            <a:ext cx="225743" cy="420624"/>
          </a:xfrm>
          <a:prstGeom prst="rect">
            <a:avLst/>
          </a:prstGeom>
          <a:solidFill>
            <a:srgbClr val="F2F2F2"/>
          </a:solidFill>
          <a:ln w="2540">
            <a:solidFill>
              <a:srgbClr val="CCCCCC"/>
            </a:solidFill>
            <a:prstDash val="solid"/>
          </a:ln>
        </p:spPr>
      </p:sp>
      <p:sp>
        <p:nvSpPr>
          <p:cNvPr id="263" name="Shape 261"/>
          <p:cNvSpPr/>
          <p:nvPr/>
        </p:nvSpPr>
        <p:spPr>
          <a:xfrm>
            <a:off x="2908935" y="3474720"/>
            <a:ext cx="225743" cy="420624"/>
          </a:xfrm>
          <a:prstGeom prst="rect">
            <a:avLst/>
          </a:prstGeom>
          <a:solidFill>
            <a:srgbClr val="F2F2F2"/>
          </a:solidFill>
          <a:ln w="2540">
            <a:solidFill>
              <a:srgbClr val="CCCCCC"/>
            </a:solidFill>
            <a:prstDash val="solid"/>
          </a:ln>
        </p:spPr>
      </p:sp>
      <p:sp>
        <p:nvSpPr>
          <p:cNvPr id="264" name="Shape 262"/>
          <p:cNvSpPr/>
          <p:nvPr/>
        </p:nvSpPr>
        <p:spPr>
          <a:xfrm>
            <a:off x="3134678" y="3474720"/>
            <a:ext cx="225743" cy="420624"/>
          </a:xfrm>
          <a:prstGeom prst="rect">
            <a:avLst/>
          </a:prstGeom>
          <a:solidFill>
            <a:srgbClr val="F2F2F2"/>
          </a:solidFill>
          <a:ln w="2540">
            <a:solidFill>
              <a:srgbClr val="CCCCCC"/>
            </a:solidFill>
            <a:prstDash val="solid"/>
          </a:ln>
        </p:spPr>
      </p:sp>
      <p:sp>
        <p:nvSpPr>
          <p:cNvPr id="265" name="Shape 263"/>
          <p:cNvSpPr/>
          <p:nvPr/>
        </p:nvSpPr>
        <p:spPr>
          <a:xfrm>
            <a:off x="3360420" y="3474720"/>
            <a:ext cx="225743" cy="420624"/>
          </a:xfrm>
          <a:prstGeom prst="rect">
            <a:avLst/>
          </a:prstGeom>
          <a:solidFill>
            <a:srgbClr val="F2F2F2"/>
          </a:solidFill>
          <a:ln w="2540">
            <a:solidFill>
              <a:srgbClr val="CCCCCC"/>
            </a:solidFill>
            <a:prstDash val="solid"/>
          </a:ln>
        </p:spPr>
      </p:sp>
      <p:sp>
        <p:nvSpPr>
          <p:cNvPr id="266" name="Shape 264"/>
          <p:cNvSpPr/>
          <p:nvPr/>
        </p:nvSpPr>
        <p:spPr>
          <a:xfrm>
            <a:off x="3586163" y="3474720"/>
            <a:ext cx="225743" cy="420624"/>
          </a:xfrm>
          <a:prstGeom prst="rect">
            <a:avLst/>
          </a:prstGeom>
          <a:solidFill>
            <a:srgbClr val="F2F2F2"/>
          </a:solidFill>
          <a:ln w="2540">
            <a:solidFill>
              <a:srgbClr val="CCCCCC"/>
            </a:solidFill>
            <a:prstDash val="solid"/>
          </a:ln>
        </p:spPr>
      </p:sp>
      <p:sp>
        <p:nvSpPr>
          <p:cNvPr id="267" name="Shape 265"/>
          <p:cNvSpPr/>
          <p:nvPr/>
        </p:nvSpPr>
        <p:spPr>
          <a:xfrm>
            <a:off x="3811905" y="3474720"/>
            <a:ext cx="225743" cy="420624"/>
          </a:xfrm>
          <a:prstGeom prst="rect">
            <a:avLst/>
          </a:prstGeom>
          <a:solidFill>
            <a:srgbClr val="F2F2F2"/>
          </a:solidFill>
          <a:ln w="2540">
            <a:solidFill>
              <a:srgbClr val="CCCCCC"/>
            </a:solidFill>
            <a:prstDash val="solid"/>
          </a:ln>
        </p:spPr>
      </p:sp>
      <p:sp>
        <p:nvSpPr>
          <p:cNvPr id="268" name="Shape 266"/>
          <p:cNvSpPr/>
          <p:nvPr/>
        </p:nvSpPr>
        <p:spPr>
          <a:xfrm>
            <a:off x="4037648" y="3474720"/>
            <a:ext cx="225743" cy="420624"/>
          </a:xfrm>
          <a:prstGeom prst="rect">
            <a:avLst/>
          </a:prstGeom>
          <a:solidFill>
            <a:srgbClr val="F2F2F2"/>
          </a:solidFill>
          <a:ln w="2540">
            <a:solidFill>
              <a:srgbClr val="CCCCCC"/>
            </a:solidFill>
            <a:prstDash val="solid"/>
          </a:ln>
        </p:spPr>
      </p:sp>
      <p:sp>
        <p:nvSpPr>
          <p:cNvPr id="269" name="Shape 267"/>
          <p:cNvSpPr/>
          <p:nvPr/>
        </p:nvSpPr>
        <p:spPr>
          <a:xfrm>
            <a:off x="4263390" y="3474720"/>
            <a:ext cx="225743" cy="420624"/>
          </a:xfrm>
          <a:prstGeom prst="rect">
            <a:avLst/>
          </a:prstGeom>
          <a:solidFill>
            <a:srgbClr val="F2F2F2"/>
          </a:solidFill>
          <a:ln w="2540">
            <a:solidFill>
              <a:srgbClr val="CCCCCC"/>
            </a:solidFill>
            <a:prstDash val="solid"/>
          </a:ln>
        </p:spPr>
      </p:sp>
      <p:sp>
        <p:nvSpPr>
          <p:cNvPr id="270" name="Shape 268"/>
          <p:cNvSpPr/>
          <p:nvPr/>
        </p:nvSpPr>
        <p:spPr>
          <a:xfrm>
            <a:off x="4489133" y="3474720"/>
            <a:ext cx="225743" cy="420624"/>
          </a:xfrm>
          <a:prstGeom prst="rect">
            <a:avLst/>
          </a:prstGeom>
          <a:solidFill>
            <a:srgbClr val="F2F2F2"/>
          </a:solidFill>
          <a:ln w="2540">
            <a:solidFill>
              <a:srgbClr val="CCCCCC"/>
            </a:solidFill>
            <a:prstDash val="solid"/>
          </a:ln>
        </p:spPr>
      </p:sp>
      <p:sp>
        <p:nvSpPr>
          <p:cNvPr id="271" name="Shape 269"/>
          <p:cNvSpPr/>
          <p:nvPr/>
        </p:nvSpPr>
        <p:spPr>
          <a:xfrm>
            <a:off x="4714875" y="3474720"/>
            <a:ext cx="225743" cy="420624"/>
          </a:xfrm>
          <a:prstGeom prst="rect">
            <a:avLst/>
          </a:prstGeom>
          <a:solidFill>
            <a:srgbClr val="F2F2F2"/>
          </a:solidFill>
          <a:ln w="2540">
            <a:solidFill>
              <a:srgbClr val="CCCCCC"/>
            </a:solidFill>
            <a:prstDash val="solid"/>
          </a:ln>
        </p:spPr>
      </p:sp>
      <p:sp>
        <p:nvSpPr>
          <p:cNvPr id="272" name="Shape 270"/>
          <p:cNvSpPr/>
          <p:nvPr/>
        </p:nvSpPr>
        <p:spPr>
          <a:xfrm>
            <a:off x="4940618" y="3474720"/>
            <a:ext cx="225743" cy="420624"/>
          </a:xfrm>
          <a:prstGeom prst="rect">
            <a:avLst/>
          </a:prstGeom>
          <a:solidFill>
            <a:srgbClr val="F2F2F2"/>
          </a:solidFill>
          <a:ln w="2540">
            <a:solidFill>
              <a:srgbClr val="CCCCCC"/>
            </a:solidFill>
            <a:prstDash val="solid"/>
          </a:ln>
        </p:spPr>
      </p:sp>
      <p:sp>
        <p:nvSpPr>
          <p:cNvPr id="273" name="Shape 271"/>
          <p:cNvSpPr/>
          <p:nvPr/>
        </p:nvSpPr>
        <p:spPr>
          <a:xfrm>
            <a:off x="5166360" y="3474720"/>
            <a:ext cx="225743" cy="420624"/>
          </a:xfrm>
          <a:prstGeom prst="rect">
            <a:avLst/>
          </a:prstGeom>
          <a:solidFill>
            <a:srgbClr val="F2F2F2"/>
          </a:solidFill>
          <a:ln w="2540">
            <a:solidFill>
              <a:srgbClr val="CCCCCC"/>
            </a:solidFill>
            <a:prstDash val="solid"/>
          </a:ln>
        </p:spPr>
      </p:sp>
      <p:sp>
        <p:nvSpPr>
          <p:cNvPr id="274" name="Shape 272"/>
          <p:cNvSpPr/>
          <p:nvPr/>
        </p:nvSpPr>
        <p:spPr>
          <a:xfrm>
            <a:off x="5392103" y="3474720"/>
            <a:ext cx="225743" cy="420624"/>
          </a:xfrm>
          <a:prstGeom prst="rect">
            <a:avLst/>
          </a:prstGeom>
          <a:solidFill>
            <a:srgbClr val="F2F2F2"/>
          </a:solidFill>
          <a:ln w="2540">
            <a:solidFill>
              <a:srgbClr val="CCCCCC"/>
            </a:solidFill>
            <a:prstDash val="solid"/>
          </a:ln>
        </p:spPr>
      </p:sp>
      <p:sp>
        <p:nvSpPr>
          <p:cNvPr id="275" name="Shape 273"/>
          <p:cNvSpPr/>
          <p:nvPr/>
        </p:nvSpPr>
        <p:spPr>
          <a:xfrm>
            <a:off x="5617845" y="3474720"/>
            <a:ext cx="225743" cy="420624"/>
          </a:xfrm>
          <a:prstGeom prst="rect">
            <a:avLst/>
          </a:prstGeom>
          <a:solidFill>
            <a:srgbClr val="F2F2F2"/>
          </a:solidFill>
          <a:ln w="2540">
            <a:solidFill>
              <a:srgbClr val="CCCCCC"/>
            </a:solidFill>
            <a:prstDash val="solid"/>
          </a:ln>
        </p:spPr>
      </p:sp>
      <p:sp>
        <p:nvSpPr>
          <p:cNvPr id="276" name="Shape 274"/>
          <p:cNvSpPr/>
          <p:nvPr/>
        </p:nvSpPr>
        <p:spPr>
          <a:xfrm>
            <a:off x="5843588" y="3474720"/>
            <a:ext cx="225743" cy="420624"/>
          </a:xfrm>
          <a:prstGeom prst="rect">
            <a:avLst/>
          </a:prstGeom>
          <a:solidFill>
            <a:srgbClr val="F2F2F2"/>
          </a:solidFill>
          <a:ln w="2540">
            <a:solidFill>
              <a:srgbClr val="CCCCCC"/>
            </a:solidFill>
            <a:prstDash val="solid"/>
          </a:ln>
        </p:spPr>
      </p:sp>
      <p:sp>
        <p:nvSpPr>
          <p:cNvPr id="277" name="Shape 275"/>
          <p:cNvSpPr/>
          <p:nvPr/>
        </p:nvSpPr>
        <p:spPr>
          <a:xfrm>
            <a:off x="6069330" y="3474720"/>
            <a:ext cx="225743" cy="420624"/>
          </a:xfrm>
          <a:prstGeom prst="rect">
            <a:avLst/>
          </a:prstGeom>
          <a:solidFill>
            <a:srgbClr val="F2F2F2"/>
          </a:solidFill>
          <a:ln w="2540">
            <a:solidFill>
              <a:srgbClr val="CCCCCC"/>
            </a:solidFill>
            <a:prstDash val="solid"/>
          </a:ln>
        </p:spPr>
      </p:sp>
      <p:sp>
        <p:nvSpPr>
          <p:cNvPr id="278" name="Shape 276"/>
          <p:cNvSpPr/>
          <p:nvPr/>
        </p:nvSpPr>
        <p:spPr>
          <a:xfrm>
            <a:off x="6295073" y="3474720"/>
            <a:ext cx="225743" cy="420624"/>
          </a:xfrm>
          <a:prstGeom prst="rect">
            <a:avLst/>
          </a:prstGeom>
          <a:solidFill>
            <a:srgbClr val="C62828"/>
          </a:solidFill>
          <a:ln w="2540">
            <a:solidFill>
              <a:srgbClr val="CCCCCC"/>
            </a:solidFill>
            <a:prstDash val="solid"/>
          </a:ln>
        </p:spPr>
      </p:sp>
      <p:sp>
        <p:nvSpPr>
          <p:cNvPr id="279" name="Shape 277"/>
          <p:cNvSpPr/>
          <p:nvPr/>
        </p:nvSpPr>
        <p:spPr>
          <a:xfrm>
            <a:off x="6520815" y="3474720"/>
            <a:ext cx="225743" cy="420624"/>
          </a:xfrm>
          <a:prstGeom prst="rect">
            <a:avLst/>
          </a:prstGeom>
          <a:solidFill>
            <a:srgbClr val="C62828"/>
          </a:solidFill>
          <a:ln w="2540">
            <a:solidFill>
              <a:srgbClr val="CCCCCC"/>
            </a:solidFill>
            <a:prstDash val="solid"/>
          </a:ln>
        </p:spPr>
      </p:sp>
      <p:sp>
        <p:nvSpPr>
          <p:cNvPr id="280" name="Shape 278"/>
          <p:cNvSpPr/>
          <p:nvPr/>
        </p:nvSpPr>
        <p:spPr>
          <a:xfrm>
            <a:off x="6746558" y="3474720"/>
            <a:ext cx="225743" cy="420624"/>
          </a:xfrm>
          <a:prstGeom prst="rect">
            <a:avLst/>
          </a:prstGeom>
          <a:solidFill>
            <a:srgbClr val="C62828"/>
          </a:solidFill>
          <a:ln w="2540">
            <a:solidFill>
              <a:srgbClr val="CCCCCC"/>
            </a:solidFill>
            <a:prstDash val="solid"/>
          </a:ln>
        </p:spPr>
      </p:sp>
      <p:sp>
        <p:nvSpPr>
          <p:cNvPr id="281" name="Shape 279"/>
          <p:cNvSpPr/>
          <p:nvPr/>
        </p:nvSpPr>
        <p:spPr>
          <a:xfrm>
            <a:off x="6972300" y="3474720"/>
            <a:ext cx="225743" cy="420624"/>
          </a:xfrm>
          <a:prstGeom prst="rect">
            <a:avLst/>
          </a:prstGeom>
          <a:solidFill>
            <a:srgbClr val="C62828"/>
          </a:solidFill>
          <a:ln w="2540">
            <a:solidFill>
              <a:srgbClr val="CCCCCC"/>
            </a:solidFill>
            <a:prstDash val="solid"/>
          </a:ln>
        </p:spPr>
      </p:sp>
      <p:sp>
        <p:nvSpPr>
          <p:cNvPr id="282" name="Shape 280"/>
          <p:cNvSpPr/>
          <p:nvPr/>
        </p:nvSpPr>
        <p:spPr>
          <a:xfrm>
            <a:off x="7198043" y="3474720"/>
            <a:ext cx="225743" cy="420624"/>
          </a:xfrm>
          <a:prstGeom prst="rect">
            <a:avLst/>
          </a:prstGeom>
          <a:solidFill>
            <a:srgbClr val="C62828"/>
          </a:solidFill>
          <a:ln w="2540">
            <a:solidFill>
              <a:srgbClr val="CCCCCC"/>
            </a:solidFill>
            <a:prstDash val="solid"/>
          </a:ln>
        </p:spPr>
      </p:sp>
      <p:sp>
        <p:nvSpPr>
          <p:cNvPr id="283" name="Shape 281"/>
          <p:cNvSpPr/>
          <p:nvPr/>
        </p:nvSpPr>
        <p:spPr>
          <a:xfrm>
            <a:off x="7423785" y="3474720"/>
            <a:ext cx="225743" cy="420624"/>
          </a:xfrm>
          <a:prstGeom prst="rect">
            <a:avLst/>
          </a:prstGeom>
          <a:solidFill>
            <a:srgbClr val="C62828"/>
          </a:solidFill>
          <a:ln w="2540">
            <a:solidFill>
              <a:srgbClr val="CCCCCC"/>
            </a:solidFill>
            <a:prstDash val="solid"/>
          </a:ln>
        </p:spPr>
      </p:sp>
      <p:sp>
        <p:nvSpPr>
          <p:cNvPr id="284" name="Shape 282"/>
          <p:cNvSpPr/>
          <p:nvPr/>
        </p:nvSpPr>
        <p:spPr>
          <a:xfrm>
            <a:off x="7649528" y="3474720"/>
            <a:ext cx="225743" cy="420624"/>
          </a:xfrm>
          <a:prstGeom prst="rect">
            <a:avLst/>
          </a:prstGeom>
          <a:solidFill>
            <a:srgbClr val="C62828"/>
          </a:solidFill>
          <a:ln w="2540">
            <a:solidFill>
              <a:srgbClr val="CCCCCC"/>
            </a:solidFill>
            <a:prstDash val="solid"/>
          </a:ln>
        </p:spPr>
      </p:sp>
      <p:sp>
        <p:nvSpPr>
          <p:cNvPr id="285" name="Shape 283"/>
          <p:cNvSpPr/>
          <p:nvPr/>
        </p:nvSpPr>
        <p:spPr>
          <a:xfrm>
            <a:off x="7875270" y="3474720"/>
            <a:ext cx="225743" cy="420624"/>
          </a:xfrm>
          <a:prstGeom prst="rect">
            <a:avLst/>
          </a:prstGeom>
          <a:solidFill>
            <a:srgbClr val="F2F2F2"/>
          </a:solidFill>
          <a:ln w="2540">
            <a:solidFill>
              <a:srgbClr val="CCCCCC"/>
            </a:solidFill>
            <a:prstDash val="solid"/>
          </a:ln>
        </p:spPr>
      </p:sp>
      <p:sp>
        <p:nvSpPr>
          <p:cNvPr id="286" name="Shape 284"/>
          <p:cNvSpPr/>
          <p:nvPr/>
        </p:nvSpPr>
        <p:spPr>
          <a:xfrm>
            <a:off x="8101013" y="3474720"/>
            <a:ext cx="225743" cy="420624"/>
          </a:xfrm>
          <a:prstGeom prst="rect">
            <a:avLst/>
          </a:prstGeom>
          <a:solidFill>
            <a:srgbClr val="F2F2F2"/>
          </a:solidFill>
          <a:ln w="2540">
            <a:solidFill>
              <a:srgbClr val="CCCCCC"/>
            </a:solidFill>
            <a:prstDash val="solid"/>
          </a:ln>
        </p:spPr>
      </p:sp>
      <p:sp>
        <p:nvSpPr>
          <p:cNvPr id="287" name="Shape 285"/>
          <p:cNvSpPr/>
          <p:nvPr/>
        </p:nvSpPr>
        <p:spPr>
          <a:xfrm>
            <a:off x="8326755" y="3474720"/>
            <a:ext cx="225743" cy="420624"/>
          </a:xfrm>
          <a:prstGeom prst="rect">
            <a:avLst/>
          </a:prstGeom>
          <a:solidFill>
            <a:srgbClr val="F2F2F2"/>
          </a:solidFill>
          <a:ln w="2540">
            <a:solidFill>
              <a:srgbClr val="CCCCCC"/>
            </a:solidFill>
            <a:prstDash val="solid"/>
          </a:ln>
        </p:spPr>
      </p:sp>
      <p:sp>
        <p:nvSpPr>
          <p:cNvPr id="288" name="Shape 286"/>
          <p:cNvSpPr/>
          <p:nvPr/>
        </p:nvSpPr>
        <p:spPr>
          <a:xfrm>
            <a:off x="8552498" y="3474720"/>
            <a:ext cx="225743" cy="420624"/>
          </a:xfrm>
          <a:prstGeom prst="rect">
            <a:avLst/>
          </a:prstGeom>
          <a:solidFill>
            <a:srgbClr val="F2F2F2"/>
          </a:solidFill>
          <a:ln w="2540">
            <a:solidFill>
              <a:srgbClr val="CCCCCC"/>
            </a:solidFill>
            <a:prstDash val="solid"/>
          </a:ln>
        </p:spPr>
      </p:sp>
      <p:sp>
        <p:nvSpPr>
          <p:cNvPr id="289" name="Shape 287"/>
          <p:cNvSpPr/>
          <p:nvPr/>
        </p:nvSpPr>
        <p:spPr>
          <a:xfrm>
            <a:off x="347472" y="3895344"/>
            <a:ext cx="1207008" cy="420624"/>
          </a:xfrm>
          <a:prstGeom prst="rect">
            <a:avLst/>
          </a:prstGeom>
          <a:solidFill>
            <a:srgbClr val="FFFFFF"/>
          </a:solidFill>
          <a:ln w="3810">
            <a:solidFill>
              <a:srgbClr val="CCCCCC"/>
            </a:solidFill>
            <a:prstDash val="solid"/>
          </a:ln>
        </p:spPr>
      </p:sp>
      <p:sp>
        <p:nvSpPr>
          <p:cNvPr id="290" name="Text 288"/>
          <p:cNvSpPr/>
          <p:nvPr/>
        </p:nvSpPr>
        <p:spPr>
          <a:xfrm>
            <a:off x="411480" y="3895344"/>
            <a:ext cx="1115568" cy="420624"/>
          </a:xfrm>
          <a:prstGeom prst="rect">
            <a:avLst/>
          </a:prstGeom>
          <a:noFill/>
          <a:ln/>
        </p:spPr>
        <p:txBody>
          <a:bodyPr wrap="square"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Documentation</a:t>
            </a:r>
            <a:endParaRPr lang="en-US" sz="1300" dirty="0"/>
          </a:p>
        </p:txBody>
      </p:sp>
      <p:sp>
        <p:nvSpPr>
          <p:cNvPr id="291" name="Shape 289"/>
          <p:cNvSpPr/>
          <p:nvPr/>
        </p:nvSpPr>
        <p:spPr>
          <a:xfrm>
            <a:off x="1554480" y="3895344"/>
            <a:ext cx="225743" cy="420624"/>
          </a:xfrm>
          <a:prstGeom prst="rect">
            <a:avLst/>
          </a:prstGeom>
          <a:solidFill>
            <a:srgbClr val="2E7D32"/>
          </a:solidFill>
          <a:ln w="2540">
            <a:solidFill>
              <a:srgbClr val="CCCCCC"/>
            </a:solidFill>
            <a:prstDash val="solid"/>
          </a:ln>
        </p:spPr>
      </p:sp>
      <p:sp>
        <p:nvSpPr>
          <p:cNvPr id="292" name="Shape 290"/>
          <p:cNvSpPr/>
          <p:nvPr/>
        </p:nvSpPr>
        <p:spPr>
          <a:xfrm>
            <a:off x="1780223" y="3895344"/>
            <a:ext cx="225743" cy="420624"/>
          </a:xfrm>
          <a:prstGeom prst="rect">
            <a:avLst/>
          </a:prstGeom>
          <a:solidFill>
            <a:srgbClr val="2E7D32"/>
          </a:solidFill>
          <a:ln w="2540">
            <a:solidFill>
              <a:srgbClr val="CCCCCC"/>
            </a:solidFill>
            <a:prstDash val="solid"/>
          </a:ln>
        </p:spPr>
      </p:sp>
      <p:sp>
        <p:nvSpPr>
          <p:cNvPr id="293" name="Shape 291"/>
          <p:cNvSpPr/>
          <p:nvPr/>
        </p:nvSpPr>
        <p:spPr>
          <a:xfrm>
            <a:off x="2005965" y="3895344"/>
            <a:ext cx="225743" cy="420624"/>
          </a:xfrm>
          <a:prstGeom prst="rect">
            <a:avLst/>
          </a:prstGeom>
          <a:solidFill>
            <a:srgbClr val="2E7D32"/>
          </a:solidFill>
          <a:ln w="2540">
            <a:solidFill>
              <a:srgbClr val="CCCCCC"/>
            </a:solidFill>
            <a:prstDash val="solid"/>
          </a:ln>
        </p:spPr>
      </p:sp>
      <p:sp>
        <p:nvSpPr>
          <p:cNvPr id="294" name="Shape 292"/>
          <p:cNvSpPr/>
          <p:nvPr/>
        </p:nvSpPr>
        <p:spPr>
          <a:xfrm>
            <a:off x="2231708" y="3895344"/>
            <a:ext cx="225743" cy="420624"/>
          </a:xfrm>
          <a:prstGeom prst="rect">
            <a:avLst/>
          </a:prstGeom>
          <a:solidFill>
            <a:srgbClr val="2E7D32"/>
          </a:solidFill>
          <a:ln w="2540">
            <a:solidFill>
              <a:srgbClr val="CCCCCC"/>
            </a:solidFill>
            <a:prstDash val="solid"/>
          </a:ln>
        </p:spPr>
      </p:sp>
      <p:sp>
        <p:nvSpPr>
          <p:cNvPr id="295" name="Shape 293"/>
          <p:cNvSpPr/>
          <p:nvPr/>
        </p:nvSpPr>
        <p:spPr>
          <a:xfrm>
            <a:off x="2457450" y="3895344"/>
            <a:ext cx="225743" cy="420624"/>
          </a:xfrm>
          <a:prstGeom prst="rect">
            <a:avLst/>
          </a:prstGeom>
          <a:solidFill>
            <a:srgbClr val="2E7D32"/>
          </a:solidFill>
          <a:ln w="2540">
            <a:solidFill>
              <a:srgbClr val="CCCCCC"/>
            </a:solidFill>
            <a:prstDash val="solid"/>
          </a:ln>
        </p:spPr>
      </p:sp>
      <p:sp>
        <p:nvSpPr>
          <p:cNvPr id="296" name="Shape 294"/>
          <p:cNvSpPr/>
          <p:nvPr/>
        </p:nvSpPr>
        <p:spPr>
          <a:xfrm>
            <a:off x="2683193" y="3895344"/>
            <a:ext cx="225743" cy="420624"/>
          </a:xfrm>
          <a:prstGeom prst="rect">
            <a:avLst/>
          </a:prstGeom>
          <a:solidFill>
            <a:srgbClr val="2E7D32"/>
          </a:solidFill>
          <a:ln w="2540">
            <a:solidFill>
              <a:srgbClr val="CCCCCC"/>
            </a:solidFill>
            <a:prstDash val="solid"/>
          </a:ln>
        </p:spPr>
      </p:sp>
      <p:sp>
        <p:nvSpPr>
          <p:cNvPr id="297" name="Shape 295"/>
          <p:cNvSpPr/>
          <p:nvPr/>
        </p:nvSpPr>
        <p:spPr>
          <a:xfrm>
            <a:off x="2908935" y="3895344"/>
            <a:ext cx="225743" cy="420624"/>
          </a:xfrm>
          <a:prstGeom prst="rect">
            <a:avLst/>
          </a:prstGeom>
          <a:solidFill>
            <a:srgbClr val="2E7D32"/>
          </a:solidFill>
          <a:ln w="2540">
            <a:solidFill>
              <a:srgbClr val="CCCCCC"/>
            </a:solidFill>
            <a:prstDash val="solid"/>
          </a:ln>
        </p:spPr>
      </p:sp>
      <p:sp>
        <p:nvSpPr>
          <p:cNvPr id="298" name="Shape 296"/>
          <p:cNvSpPr/>
          <p:nvPr/>
        </p:nvSpPr>
        <p:spPr>
          <a:xfrm>
            <a:off x="3134678" y="3895344"/>
            <a:ext cx="225743" cy="420624"/>
          </a:xfrm>
          <a:prstGeom prst="rect">
            <a:avLst/>
          </a:prstGeom>
          <a:solidFill>
            <a:srgbClr val="2E7D32"/>
          </a:solidFill>
          <a:ln w="2540">
            <a:solidFill>
              <a:srgbClr val="CCCCCC"/>
            </a:solidFill>
            <a:prstDash val="solid"/>
          </a:ln>
        </p:spPr>
      </p:sp>
      <p:sp>
        <p:nvSpPr>
          <p:cNvPr id="299" name="Shape 297"/>
          <p:cNvSpPr/>
          <p:nvPr/>
        </p:nvSpPr>
        <p:spPr>
          <a:xfrm>
            <a:off x="3360420" y="3895344"/>
            <a:ext cx="225743" cy="420624"/>
          </a:xfrm>
          <a:prstGeom prst="rect">
            <a:avLst/>
          </a:prstGeom>
          <a:solidFill>
            <a:srgbClr val="2E7D32"/>
          </a:solidFill>
          <a:ln w="2540">
            <a:solidFill>
              <a:srgbClr val="CCCCCC"/>
            </a:solidFill>
            <a:prstDash val="solid"/>
          </a:ln>
        </p:spPr>
      </p:sp>
      <p:sp>
        <p:nvSpPr>
          <p:cNvPr id="300" name="Shape 298"/>
          <p:cNvSpPr/>
          <p:nvPr/>
        </p:nvSpPr>
        <p:spPr>
          <a:xfrm>
            <a:off x="3586163" y="3895344"/>
            <a:ext cx="225743" cy="420624"/>
          </a:xfrm>
          <a:prstGeom prst="rect">
            <a:avLst/>
          </a:prstGeom>
          <a:solidFill>
            <a:srgbClr val="2E7D32"/>
          </a:solidFill>
          <a:ln w="2540">
            <a:solidFill>
              <a:srgbClr val="CCCCCC"/>
            </a:solidFill>
            <a:prstDash val="solid"/>
          </a:ln>
        </p:spPr>
      </p:sp>
      <p:sp>
        <p:nvSpPr>
          <p:cNvPr id="301" name="Shape 299"/>
          <p:cNvSpPr/>
          <p:nvPr/>
        </p:nvSpPr>
        <p:spPr>
          <a:xfrm>
            <a:off x="3811905" y="3895344"/>
            <a:ext cx="225743" cy="420624"/>
          </a:xfrm>
          <a:prstGeom prst="rect">
            <a:avLst/>
          </a:prstGeom>
          <a:solidFill>
            <a:srgbClr val="2E7D32"/>
          </a:solidFill>
          <a:ln w="2540">
            <a:solidFill>
              <a:srgbClr val="CCCCCC"/>
            </a:solidFill>
            <a:prstDash val="solid"/>
          </a:ln>
        </p:spPr>
      </p:sp>
      <p:sp>
        <p:nvSpPr>
          <p:cNvPr id="302" name="Shape 300"/>
          <p:cNvSpPr/>
          <p:nvPr/>
        </p:nvSpPr>
        <p:spPr>
          <a:xfrm>
            <a:off x="4037648" y="3895344"/>
            <a:ext cx="225743" cy="420624"/>
          </a:xfrm>
          <a:prstGeom prst="rect">
            <a:avLst/>
          </a:prstGeom>
          <a:solidFill>
            <a:srgbClr val="2E7D32"/>
          </a:solidFill>
          <a:ln w="2540">
            <a:solidFill>
              <a:srgbClr val="CCCCCC"/>
            </a:solidFill>
            <a:prstDash val="solid"/>
          </a:ln>
        </p:spPr>
      </p:sp>
      <p:sp>
        <p:nvSpPr>
          <p:cNvPr id="303" name="Shape 301"/>
          <p:cNvSpPr/>
          <p:nvPr/>
        </p:nvSpPr>
        <p:spPr>
          <a:xfrm>
            <a:off x="4263390" y="3895344"/>
            <a:ext cx="225743" cy="420624"/>
          </a:xfrm>
          <a:prstGeom prst="rect">
            <a:avLst/>
          </a:prstGeom>
          <a:solidFill>
            <a:srgbClr val="2E7D32"/>
          </a:solidFill>
          <a:ln w="2540">
            <a:solidFill>
              <a:srgbClr val="CCCCCC"/>
            </a:solidFill>
            <a:prstDash val="solid"/>
          </a:ln>
        </p:spPr>
      </p:sp>
      <p:sp>
        <p:nvSpPr>
          <p:cNvPr id="304" name="Shape 302"/>
          <p:cNvSpPr/>
          <p:nvPr/>
        </p:nvSpPr>
        <p:spPr>
          <a:xfrm>
            <a:off x="4489133" y="3895344"/>
            <a:ext cx="225743" cy="420624"/>
          </a:xfrm>
          <a:prstGeom prst="rect">
            <a:avLst/>
          </a:prstGeom>
          <a:solidFill>
            <a:srgbClr val="2E7D32"/>
          </a:solidFill>
          <a:ln w="2540">
            <a:solidFill>
              <a:srgbClr val="CCCCCC"/>
            </a:solidFill>
            <a:prstDash val="solid"/>
          </a:ln>
        </p:spPr>
      </p:sp>
      <p:sp>
        <p:nvSpPr>
          <p:cNvPr id="305" name="Shape 303"/>
          <p:cNvSpPr/>
          <p:nvPr/>
        </p:nvSpPr>
        <p:spPr>
          <a:xfrm>
            <a:off x="4714875" y="3895344"/>
            <a:ext cx="225743" cy="420624"/>
          </a:xfrm>
          <a:prstGeom prst="rect">
            <a:avLst/>
          </a:prstGeom>
          <a:solidFill>
            <a:srgbClr val="2E7D32"/>
          </a:solidFill>
          <a:ln w="2540">
            <a:solidFill>
              <a:srgbClr val="CCCCCC"/>
            </a:solidFill>
            <a:prstDash val="solid"/>
          </a:ln>
        </p:spPr>
      </p:sp>
      <p:sp>
        <p:nvSpPr>
          <p:cNvPr id="306" name="Shape 304"/>
          <p:cNvSpPr/>
          <p:nvPr/>
        </p:nvSpPr>
        <p:spPr>
          <a:xfrm>
            <a:off x="4940618" y="3895344"/>
            <a:ext cx="225743" cy="420624"/>
          </a:xfrm>
          <a:prstGeom prst="rect">
            <a:avLst/>
          </a:prstGeom>
          <a:solidFill>
            <a:srgbClr val="2E7D32"/>
          </a:solidFill>
          <a:ln w="2540">
            <a:solidFill>
              <a:srgbClr val="CCCCCC"/>
            </a:solidFill>
            <a:prstDash val="solid"/>
          </a:ln>
        </p:spPr>
      </p:sp>
      <p:sp>
        <p:nvSpPr>
          <p:cNvPr id="307" name="Shape 305"/>
          <p:cNvSpPr/>
          <p:nvPr/>
        </p:nvSpPr>
        <p:spPr>
          <a:xfrm>
            <a:off x="5166360" y="3895344"/>
            <a:ext cx="225743" cy="420624"/>
          </a:xfrm>
          <a:prstGeom prst="rect">
            <a:avLst/>
          </a:prstGeom>
          <a:solidFill>
            <a:srgbClr val="2E7D32"/>
          </a:solidFill>
          <a:ln w="2540">
            <a:solidFill>
              <a:srgbClr val="CCCCCC"/>
            </a:solidFill>
            <a:prstDash val="solid"/>
          </a:ln>
        </p:spPr>
      </p:sp>
      <p:sp>
        <p:nvSpPr>
          <p:cNvPr id="308" name="Shape 306"/>
          <p:cNvSpPr/>
          <p:nvPr/>
        </p:nvSpPr>
        <p:spPr>
          <a:xfrm>
            <a:off x="5392103" y="3895344"/>
            <a:ext cx="225743" cy="420624"/>
          </a:xfrm>
          <a:prstGeom prst="rect">
            <a:avLst/>
          </a:prstGeom>
          <a:solidFill>
            <a:srgbClr val="2E7D32"/>
          </a:solidFill>
          <a:ln w="2540">
            <a:solidFill>
              <a:srgbClr val="CCCCCC"/>
            </a:solidFill>
            <a:prstDash val="solid"/>
          </a:ln>
        </p:spPr>
      </p:sp>
      <p:sp>
        <p:nvSpPr>
          <p:cNvPr id="309" name="Shape 307"/>
          <p:cNvSpPr/>
          <p:nvPr/>
        </p:nvSpPr>
        <p:spPr>
          <a:xfrm>
            <a:off x="5617845" y="3895344"/>
            <a:ext cx="225743" cy="420624"/>
          </a:xfrm>
          <a:prstGeom prst="rect">
            <a:avLst/>
          </a:prstGeom>
          <a:solidFill>
            <a:srgbClr val="2E7D32"/>
          </a:solidFill>
          <a:ln w="2540">
            <a:solidFill>
              <a:srgbClr val="CCCCCC"/>
            </a:solidFill>
            <a:prstDash val="solid"/>
          </a:ln>
        </p:spPr>
      </p:sp>
      <p:sp>
        <p:nvSpPr>
          <p:cNvPr id="310" name="Shape 308"/>
          <p:cNvSpPr/>
          <p:nvPr/>
        </p:nvSpPr>
        <p:spPr>
          <a:xfrm>
            <a:off x="5843588" y="3895344"/>
            <a:ext cx="225743" cy="420624"/>
          </a:xfrm>
          <a:prstGeom prst="rect">
            <a:avLst/>
          </a:prstGeom>
          <a:solidFill>
            <a:srgbClr val="2E7D32"/>
          </a:solidFill>
          <a:ln w="2540">
            <a:solidFill>
              <a:srgbClr val="CCCCCC"/>
            </a:solidFill>
            <a:prstDash val="solid"/>
          </a:ln>
        </p:spPr>
      </p:sp>
      <p:sp>
        <p:nvSpPr>
          <p:cNvPr id="311" name="Shape 309"/>
          <p:cNvSpPr/>
          <p:nvPr/>
        </p:nvSpPr>
        <p:spPr>
          <a:xfrm>
            <a:off x="6069330" y="3895344"/>
            <a:ext cx="225743" cy="420624"/>
          </a:xfrm>
          <a:prstGeom prst="rect">
            <a:avLst/>
          </a:prstGeom>
          <a:solidFill>
            <a:srgbClr val="2E7D32"/>
          </a:solidFill>
          <a:ln w="2540">
            <a:solidFill>
              <a:srgbClr val="CCCCCC"/>
            </a:solidFill>
            <a:prstDash val="solid"/>
          </a:ln>
        </p:spPr>
      </p:sp>
      <p:sp>
        <p:nvSpPr>
          <p:cNvPr id="312" name="Shape 310"/>
          <p:cNvSpPr/>
          <p:nvPr/>
        </p:nvSpPr>
        <p:spPr>
          <a:xfrm>
            <a:off x="6295073" y="3895344"/>
            <a:ext cx="225743" cy="420624"/>
          </a:xfrm>
          <a:prstGeom prst="rect">
            <a:avLst/>
          </a:prstGeom>
          <a:solidFill>
            <a:srgbClr val="2E7D32"/>
          </a:solidFill>
          <a:ln w="2540">
            <a:solidFill>
              <a:srgbClr val="CCCCCC"/>
            </a:solidFill>
            <a:prstDash val="solid"/>
          </a:ln>
        </p:spPr>
      </p:sp>
      <p:sp>
        <p:nvSpPr>
          <p:cNvPr id="313" name="Shape 311"/>
          <p:cNvSpPr/>
          <p:nvPr/>
        </p:nvSpPr>
        <p:spPr>
          <a:xfrm>
            <a:off x="6520815" y="3895344"/>
            <a:ext cx="225743" cy="420624"/>
          </a:xfrm>
          <a:prstGeom prst="rect">
            <a:avLst/>
          </a:prstGeom>
          <a:solidFill>
            <a:srgbClr val="2E7D32"/>
          </a:solidFill>
          <a:ln w="2540">
            <a:solidFill>
              <a:srgbClr val="CCCCCC"/>
            </a:solidFill>
            <a:prstDash val="solid"/>
          </a:ln>
        </p:spPr>
      </p:sp>
      <p:sp>
        <p:nvSpPr>
          <p:cNvPr id="314" name="Shape 312"/>
          <p:cNvSpPr/>
          <p:nvPr/>
        </p:nvSpPr>
        <p:spPr>
          <a:xfrm>
            <a:off x="6746558" y="3895344"/>
            <a:ext cx="225743" cy="420624"/>
          </a:xfrm>
          <a:prstGeom prst="rect">
            <a:avLst/>
          </a:prstGeom>
          <a:solidFill>
            <a:srgbClr val="2E7D32"/>
          </a:solidFill>
          <a:ln w="2540">
            <a:solidFill>
              <a:srgbClr val="CCCCCC"/>
            </a:solidFill>
            <a:prstDash val="solid"/>
          </a:ln>
        </p:spPr>
      </p:sp>
      <p:sp>
        <p:nvSpPr>
          <p:cNvPr id="315" name="Shape 313"/>
          <p:cNvSpPr/>
          <p:nvPr/>
        </p:nvSpPr>
        <p:spPr>
          <a:xfrm>
            <a:off x="6972300" y="3895344"/>
            <a:ext cx="225743" cy="420624"/>
          </a:xfrm>
          <a:prstGeom prst="rect">
            <a:avLst/>
          </a:prstGeom>
          <a:solidFill>
            <a:srgbClr val="2E7D32"/>
          </a:solidFill>
          <a:ln w="2540">
            <a:solidFill>
              <a:srgbClr val="CCCCCC"/>
            </a:solidFill>
            <a:prstDash val="solid"/>
          </a:ln>
        </p:spPr>
      </p:sp>
      <p:sp>
        <p:nvSpPr>
          <p:cNvPr id="316" name="Shape 314"/>
          <p:cNvSpPr/>
          <p:nvPr/>
        </p:nvSpPr>
        <p:spPr>
          <a:xfrm>
            <a:off x="7198043" y="3895344"/>
            <a:ext cx="225743" cy="420624"/>
          </a:xfrm>
          <a:prstGeom prst="rect">
            <a:avLst/>
          </a:prstGeom>
          <a:solidFill>
            <a:srgbClr val="2E7D32"/>
          </a:solidFill>
          <a:ln w="2540">
            <a:solidFill>
              <a:srgbClr val="CCCCCC"/>
            </a:solidFill>
            <a:prstDash val="solid"/>
          </a:ln>
        </p:spPr>
      </p:sp>
      <p:sp>
        <p:nvSpPr>
          <p:cNvPr id="317" name="Shape 315"/>
          <p:cNvSpPr/>
          <p:nvPr/>
        </p:nvSpPr>
        <p:spPr>
          <a:xfrm>
            <a:off x="7423785" y="3895344"/>
            <a:ext cx="225743" cy="420624"/>
          </a:xfrm>
          <a:prstGeom prst="rect">
            <a:avLst/>
          </a:prstGeom>
          <a:solidFill>
            <a:srgbClr val="2E7D32"/>
          </a:solidFill>
          <a:ln w="2540">
            <a:solidFill>
              <a:srgbClr val="CCCCCC"/>
            </a:solidFill>
            <a:prstDash val="solid"/>
          </a:ln>
        </p:spPr>
      </p:sp>
      <p:sp>
        <p:nvSpPr>
          <p:cNvPr id="318" name="Shape 316"/>
          <p:cNvSpPr/>
          <p:nvPr/>
        </p:nvSpPr>
        <p:spPr>
          <a:xfrm>
            <a:off x="7649528" y="3895344"/>
            <a:ext cx="225743" cy="420624"/>
          </a:xfrm>
          <a:prstGeom prst="rect">
            <a:avLst/>
          </a:prstGeom>
          <a:solidFill>
            <a:srgbClr val="2E7D32"/>
          </a:solidFill>
          <a:ln w="2540">
            <a:solidFill>
              <a:srgbClr val="CCCCCC"/>
            </a:solidFill>
            <a:prstDash val="solid"/>
          </a:ln>
        </p:spPr>
      </p:sp>
      <p:sp>
        <p:nvSpPr>
          <p:cNvPr id="319" name="Shape 317"/>
          <p:cNvSpPr/>
          <p:nvPr/>
        </p:nvSpPr>
        <p:spPr>
          <a:xfrm>
            <a:off x="7875270" y="3895344"/>
            <a:ext cx="225743" cy="420624"/>
          </a:xfrm>
          <a:prstGeom prst="rect">
            <a:avLst/>
          </a:prstGeom>
          <a:solidFill>
            <a:srgbClr val="2E7D32"/>
          </a:solidFill>
          <a:ln w="2540">
            <a:solidFill>
              <a:srgbClr val="CCCCCC"/>
            </a:solidFill>
            <a:prstDash val="solid"/>
          </a:ln>
        </p:spPr>
      </p:sp>
      <p:sp>
        <p:nvSpPr>
          <p:cNvPr id="320" name="Shape 318"/>
          <p:cNvSpPr/>
          <p:nvPr/>
        </p:nvSpPr>
        <p:spPr>
          <a:xfrm>
            <a:off x="8101013" y="3895344"/>
            <a:ext cx="225743" cy="420624"/>
          </a:xfrm>
          <a:prstGeom prst="rect">
            <a:avLst/>
          </a:prstGeom>
          <a:solidFill>
            <a:srgbClr val="2E7D32"/>
          </a:solidFill>
          <a:ln w="2540">
            <a:solidFill>
              <a:srgbClr val="CCCCCC"/>
            </a:solidFill>
            <a:prstDash val="solid"/>
          </a:ln>
        </p:spPr>
      </p:sp>
      <p:sp>
        <p:nvSpPr>
          <p:cNvPr id="321" name="Shape 319"/>
          <p:cNvSpPr/>
          <p:nvPr/>
        </p:nvSpPr>
        <p:spPr>
          <a:xfrm>
            <a:off x="8326755" y="3895344"/>
            <a:ext cx="225743" cy="420624"/>
          </a:xfrm>
          <a:prstGeom prst="rect">
            <a:avLst/>
          </a:prstGeom>
          <a:solidFill>
            <a:srgbClr val="2E7D32"/>
          </a:solidFill>
          <a:ln w="2540">
            <a:solidFill>
              <a:srgbClr val="CCCCCC"/>
            </a:solidFill>
            <a:prstDash val="solid"/>
          </a:ln>
        </p:spPr>
      </p:sp>
      <p:sp>
        <p:nvSpPr>
          <p:cNvPr id="322" name="Shape 320"/>
          <p:cNvSpPr/>
          <p:nvPr/>
        </p:nvSpPr>
        <p:spPr>
          <a:xfrm>
            <a:off x="8552498" y="3895344"/>
            <a:ext cx="225743" cy="420624"/>
          </a:xfrm>
          <a:prstGeom prst="rect">
            <a:avLst/>
          </a:prstGeom>
          <a:solidFill>
            <a:srgbClr val="2E7D32"/>
          </a:solidFill>
          <a:ln w="2540">
            <a:solidFill>
              <a:srgbClr val="CCCCCC"/>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01168"/>
            <a:ext cx="8412480" cy="658368"/>
          </a:xfrm>
          <a:prstGeom prst="rect">
            <a:avLst/>
          </a:prstGeom>
          <a:noFill/>
          <a:ln/>
        </p:spPr>
        <p:txBody>
          <a:bodyPr wrap="square" rtlCol="0" anchor="b"/>
          <a:lstStyle/>
          <a:p>
            <a:pPr marL="0" indent="0">
              <a:buNone/>
            </a:pPr>
            <a:r>
              <a:rPr lang="en-US" sz="3600" b="1" dirty="0">
                <a:solidFill>
                  <a:srgbClr val="000000"/>
                </a:solidFill>
                <a:latin typeface="Calibri" pitchFamily="34" charset="0"/>
                <a:ea typeface="Calibri" pitchFamily="34" charset="-122"/>
                <a:cs typeface="Calibri" pitchFamily="34" charset="-120"/>
              </a:rPr>
              <a:t>Research Budget</a:t>
            </a:r>
            <a:endParaRPr lang="en-US" sz="3600" dirty="0"/>
          </a:p>
        </p:txBody>
      </p:sp>
      <p:sp>
        <p:nvSpPr>
          <p:cNvPr id="3" name="Shape 1"/>
          <p:cNvSpPr/>
          <p:nvPr/>
        </p:nvSpPr>
        <p:spPr>
          <a:xfrm>
            <a:off x="365760" y="896112"/>
            <a:ext cx="8412480" cy="22860"/>
          </a:xfrm>
          <a:prstGeom prst="rect">
            <a:avLst/>
          </a:prstGeom>
          <a:solidFill>
            <a:srgbClr val="1A3A5C"/>
          </a:solidFill>
          <a:ln w="12700">
            <a:solidFill>
              <a:srgbClr val="1A3A5C"/>
            </a:solidFill>
            <a:prstDash val="solid"/>
          </a:ln>
        </p:spPr>
      </p:sp>
      <p:sp>
        <p:nvSpPr>
          <p:cNvPr id="4" name="Text 2"/>
          <p:cNvSpPr/>
          <p:nvPr/>
        </p:nvSpPr>
        <p:spPr>
          <a:xfrm>
            <a:off x="365760" y="4937760"/>
            <a:ext cx="6858000" cy="201168"/>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Privacy-Preserving Data Analytics Platform</a:t>
            </a:r>
            <a:endParaRPr lang="en-US" sz="1100" dirty="0"/>
          </a:p>
        </p:txBody>
      </p:sp>
      <p:sp>
        <p:nvSpPr>
          <p:cNvPr id="5" name="Text 3"/>
          <p:cNvSpPr/>
          <p:nvPr/>
        </p:nvSpPr>
        <p:spPr>
          <a:xfrm>
            <a:off x="8046720" y="4937760"/>
            <a:ext cx="914400" cy="201168"/>
          </a:xfrm>
          <a:prstGeom prst="rect">
            <a:avLst/>
          </a:prstGeom>
          <a:noFill/>
          <a:ln/>
        </p:spPr>
        <p:txBody>
          <a:bodyPr wrap="square" rtlCol="0" anchor="ctr"/>
          <a:lstStyle/>
          <a:p>
            <a:pPr marL="0" indent="0" algn="r">
              <a:buNone/>
            </a:pPr>
            <a:r>
              <a:rPr lang="en-US" sz="1100" b="1" dirty="0">
                <a:solidFill>
                  <a:srgbClr val="000000"/>
                </a:solidFill>
                <a:latin typeface="Calibri" pitchFamily="34" charset="0"/>
                <a:ea typeface="Calibri" pitchFamily="34" charset="-122"/>
                <a:cs typeface="Calibri" pitchFamily="34" charset="-120"/>
              </a:rPr>
              <a:t>14 / 14</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987552"/>
          <a:ext cx="7315200" cy="3794760"/>
        </p:xfrm>
        <a:graphic>
          <a:graphicData uri="http://schemas.openxmlformats.org/drawingml/2006/table">
            <a:tbl>
              <a:tblPr/>
              <a:tblGrid>
                <a:gridCol w="4114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84048">
                <a:tc>
                  <a:txBody>
                    <a:bodyPr/>
                    <a:lstStyle/>
                    <a:p>
                      <a:pPr marL="0" indent="0" algn="ctr">
                        <a:buNone/>
                      </a:pPr>
                      <a:r>
                        <a:rPr lang="en-US" sz="1500" b="1" dirty="0">
                          <a:solidFill>
                            <a:srgbClr val="FFFFFF"/>
                          </a:solidFill>
                        </a:rPr>
                        <a:t>#</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lgn="ctr">
                        <a:buNone/>
                      </a:pPr>
                      <a:r>
                        <a:rPr lang="en-US" sz="1500" b="1" dirty="0">
                          <a:solidFill>
                            <a:srgbClr val="FFFFFF"/>
                          </a:solidFill>
                        </a:rPr>
                        <a:t>Item / Description</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lgn="ctr">
                        <a:buNone/>
                      </a:pPr>
                      <a:r>
                        <a:rPr lang="en-US" sz="1500" b="1" dirty="0">
                          <a:solidFill>
                            <a:srgbClr val="FFFFFF"/>
                          </a:solidFill>
                        </a:rPr>
                        <a:t>Qty</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lgn="ctr">
                        <a:buNone/>
                      </a:pPr>
                      <a:r>
                        <a:rPr lang="en-US" sz="1500" b="1" dirty="0">
                          <a:solidFill>
                            <a:srgbClr val="FFFFFF"/>
                          </a:solidFill>
                        </a:rPr>
                        <a:t>Amount (ZMK)</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000000"/>
                          </a:solidFill>
                        </a:rPr>
                        <a:t>1</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VPS Hosting — Flask API + React frontend (6 months)</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rPr>
                        <a:t>6 mo</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000000"/>
                          </a:solidFill>
                        </a:rPr>
                        <a:t>K 1,260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000000"/>
                          </a:solidFill>
                        </a:rPr>
                        <a:t>2</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500" dirty="0">
                          <a:solidFill>
                            <a:srgbClr val="000000"/>
                          </a:solidFill>
                        </a:rPr>
                        <a:t>Domain Registration (.com, 2 years) + SSL Certificate</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000000"/>
                          </a:solidFill>
                        </a:rPr>
                        <a:t>1</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r">
                        <a:buNone/>
                      </a:pPr>
                      <a:r>
                        <a:rPr lang="en-US" sz="1500" b="1" dirty="0">
                          <a:solidFill>
                            <a:srgbClr val="000000"/>
                          </a:solidFill>
                        </a:rPr>
                        <a:t>K 780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000000"/>
                          </a:solidFill>
                        </a:rPr>
                        <a:t>3</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PostgreSQL Managed Database (cloud, 6 months)</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rPr>
                        <a:t>6 mo</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000000"/>
                          </a:solidFill>
                        </a:rPr>
                        <a:t>K 840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000000"/>
                          </a:solidFill>
                        </a:rPr>
                        <a:t>4</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500" dirty="0">
                          <a:solidFill>
                            <a:srgbClr val="000000"/>
                          </a:solidFill>
                        </a:rPr>
                        <a:t>User Testing Incentives (15 participants × K60)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000000"/>
                          </a:solidFill>
                        </a:rPr>
                        <a:t>15</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r">
                        <a:buNone/>
                      </a:pPr>
                      <a:r>
                        <a:rPr lang="en-US" sz="1500" b="1" dirty="0">
                          <a:solidFill>
                            <a:srgbClr val="000000"/>
                          </a:solidFill>
                        </a:rPr>
                        <a:t>K 900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84048">
                <a:tc>
                  <a:txBody>
                    <a:bodyPr/>
                    <a:lstStyle/>
                    <a:p>
                      <a:pPr marL="0" indent="0" algn="ctr">
                        <a:buNone/>
                      </a:pPr>
                      <a:r>
                        <a:rPr lang="en-US" sz="1500" dirty="0">
                          <a:solidFill>
                            <a:srgbClr val="000000"/>
                          </a:solidFill>
                        </a:rPr>
                        <a:t>5</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Transportation — institution visits and interviews</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rPr>
                        <a:t>Lump</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000000"/>
                          </a:solidFill>
                        </a:rPr>
                        <a:t>K 1,500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ctr">
                        <a:buNone/>
                      </a:pPr>
                      <a:r>
                        <a:rPr lang="en-US" sz="1500" dirty="0">
                          <a:solidFill>
                            <a:srgbClr val="000000"/>
                          </a:solidFill>
                        </a:rPr>
                        <a:t>6</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500" dirty="0">
                          <a:solidFill>
                            <a:srgbClr val="000000"/>
                          </a:solidFill>
                        </a:rPr>
                        <a:t>Research Materials — IEEE Xplore, privacy textbooks</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000000"/>
                          </a:solidFill>
                        </a:rPr>
                        <a:t>1</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r">
                        <a:buNone/>
                      </a:pPr>
                      <a:r>
                        <a:rPr lang="en-US" sz="1500" b="1" dirty="0">
                          <a:solidFill>
                            <a:srgbClr val="000000"/>
                          </a:solidFill>
                        </a:rPr>
                        <a:t>K 900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384048">
                <a:tc>
                  <a:txBody>
                    <a:bodyPr/>
                    <a:lstStyle/>
                    <a:p>
                      <a:pPr marL="0" indent="0" algn="ctr">
                        <a:buNone/>
                      </a:pPr>
                      <a:r>
                        <a:rPr lang="en-US" sz="1500" dirty="0">
                          <a:solidFill>
                            <a:srgbClr val="000000"/>
                          </a:solidFill>
                        </a:rPr>
                        <a:t>7</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Printing — proposal, interim and final reports</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rPr>
                        <a:t>9</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000000"/>
                          </a:solidFill>
                        </a:rPr>
                        <a:t>K 480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ctr">
                        <a:buNone/>
                      </a:pPr>
                      <a:r>
                        <a:rPr lang="en-US" sz="1500" dirty="0">
                          <a:solidFill>
                            <a:srgbClr val="000000"/>
                          </a:solidFill>
                        </a:rPr>
                        <a:t>8</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500" dirty="0">
                          <a:solidFill>
                            <a:srgbClr val="000000"/>
                          </a:solidFill>
                        </a:rPr>
                        <a:t>Contingency</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000000"/>
                          </a:solidFill>
                        </a:rPr>
                        <a:t>1</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r">
                        <a:buNone/>
                      </a:pPr>
                      <a:r>
                        <a:rPr lang="en-US" sz="1500" b="1" dirty="0">
                          <a:solidFill>
                            <a:srgbClr val="000000"/>
                          </a:solidFill>
                        </a:rPr>
                        <a:t>K 340</a:t>
                      </a:r>
                      <a:endParaRPr lang="en-US" sz="1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384048">
                <a:tc>
                  <a:txBody>
                    <a:bodyPr/>
                    <a:lstStyle/>
                    <a:p>
                      <a:pPr marL="0" indent="0">
                        <a:buNone/>
                      </a:pP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buNone/>
                      </a:pPr>
                      <a:r>
                        <a:rPr lang="en-US" sz="1600" b="1" dirty="0">
                          <a:solidFill>
                            <a:srgbClr val="FFFFFF"/>
                          </a:solidFill>
                        </a:rPr>
                        <a:t>TOTAL</a:t>
                      </a:r>
                      <a:endParaRPr lang="en-US" sz="16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buNone/>
                      </a:pP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tc>
                  <a:txBody>
                    <a:bodyPr/>
                    <a:lstStyle/>
                    <a:p>
                      <a:pPr marL="0" indent="0" algn="r">
                        <a:buNone/>
                      </a:pPr>
                      <a:r>
                        <a:rPr lang="en-US" sz="1600" b="1" dirty="0">
                          <a:solidFill>
                            <a:srgbClr val="FFFFFF"/>
                          </a:solidFill>
                        </a:rPr>
                        <a:t>K 7,000</a:t>
                      </a:r>
                      <a:endParaRPr lang="en-US" sz="16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5C"/>
                    </a:solidFill>
                  </a:tcPr>
                </a:tc>
                <a:extLst>
                  <a:ext uri="{0D108BD9-81ED-4DB2-BD59-A6C34878D82A}">
                    <a16:rowId xmlns:a16="http://schemas.microsoft.com/office/drawing/2014/main" val="10009"/>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1128</Words>
  <Application>Microsoft Office PowerPoint</Application>
  <PresentationFormat>On-screen Show (16:9)</PresentationFormat>
  <Paragraphs>212</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Alexander Musonda</cp:lastModifiedBy>
  <cp:revision>4</cp:revision>
  <dcterms:created xsi:type="dcterms:W3CDTF">2026-04-23T18:39:34Z</dcterms:created>
  <dcterms:modified xsi:type="dcterms:W3CDTF">2026-04-25T05:31:18Z</dcterms:modified>
</cp:coreProperties>
</file>