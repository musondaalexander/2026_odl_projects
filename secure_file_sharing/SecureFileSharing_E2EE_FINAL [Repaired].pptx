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1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7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657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638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69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095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763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87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653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075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406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2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52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209D-EFE6-41DC-8E04-C8D0D7F3DAB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FDAFC-45D3-492C-8165-2622091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2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199" y="1817406"/>
            <a:ext cx="8498541" cy="1305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File-Sharing Platform</a:t>
            </a:r>
            <a:r>
              <a:rPr lang="en-US" sz="3200" dirty="0"/>
              <a:t> </a:t>
            </a:r>
            <a:r>
              <a:rPr lang="en-US" sz="3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End-to-End Encryption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13907" y="3276636"/>
            <a:ext cx="5029200" cy="27432"/>
          </a:xfrm>
          <a:prstGeom prst="rect">
            <a:avLst/>
          </a:prstGeom>
          <a:solidFill>
            <a:srgbClr val="A8A8C0">
              <a:alpha val="50000"/>
            </a:srgbClr>
          </a:solidFill>
          <a:ln w="12700">
            <a:solidFill>
              <a:srgbClr val="A8A8C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MUSONDA KENNEDY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2410617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CHUPI MWEWA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2410842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MUBANGA VINCENT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2300913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2017BA4-2A8D-85A2-7426-AD7F5A290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59" y="-1"/>
            <a:ext cx="1867989" cy="1867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Introduction — Context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02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31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44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Context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170432"/>
            <a:ext cx="8046720" cy="22860"/>
          </a:xfrm>
          <a:prstGeom prst="rect">
            <a:avLst/>
          </a:prstGeom>
          <a:solidFill>
            <a:srgbClr val="EDEDF8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Organisations in Zambia sharing sensitive documents via cloud services face risks from server-side breaches, insider threats, and legal warrants. Most services store files unencrypted or with provider-held decryption keys, creating a single point of failure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Introduction — The Opportunity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03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31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44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The Opportunity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170432"/>
            <a:ext cx="8046720" cy="22860"/>
          </a:xfrm>
          <a:prstGeom prst="rect">
            <a:avLst/>
          </a:prstGeom>
          <a:solidFill>
            <a:srgbClr val="EDEDF8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RSA/ECC client-side encryption with PKI-based identity management ensures files are encrypted on the sender's device and can only be decrypted by the recipient's private key. Combined with a tamper-proof audit log, this creates provable security guarantees without server trust.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04 / 14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051560"/>
            <a:ext cx="8046720" cy="316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file-sharing services store files unencrypted.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Provider-managed encryption keys mean the service provider can decrypt files. Shared file links can be forwarded or intercepted with no cryptographic binding to the intended recipient.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tools lack tamper-proof audit logs.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" y="192024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" y="27889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" y="365760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Research 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05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8368"/>
            <a:ext cx="9144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DE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85953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design and implement a client-side RSA/ECC encryption module. </a:t>
            </a:r>
          </a:p>
        </p:txBody>
      </p:sp>
      <p:sp>
        <p:nvSpPr>
          <p:cNvPr id="14" name="Text 12"/>
          <p:cNvSpPr/>
          <p:nvPr/>
        </p:nvSpPr>
        <p:spPr>
          <a:xfrm>
            <a:off x="0" y="2048256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44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249424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develop a tamper-proof audit logging mechanism.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3438144"/>
            <a:ext cx="9144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DE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438144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39312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implement a PKI-based identity and key-exchange system within Django.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Research 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06 / 14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658368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</a:rPr>
              <a:t>Q1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822960"/>
            <a:ext cx="7406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can a PKI-based identity system in Django be designed.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048256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</a:rPr>
              <a:t>Q2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2128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can a tamper-proof audit log be developed.</a:t>
            </a:r>
          </a:p>
        </p:txBody>
      </p:sp>
      <p:sp>
        <p:nvSpPr>
          <p:cNvPr id="18" name="Text 16"/>
          <p:cNvSpPr/>
          <p:nvPr/>
        </p:nvSpPr>
        <p:spPr>
          <a:xfrm>
            <a:off x="365760" y="3438144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</a:rPr>
              <a:t>Q3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can a client-side RSA/ECC encryption module be implemented.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Scope of the Study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07 / 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study covers client-side RSA/ECC encryption, PKI identity management, encrypted file storage, and tamper-proof audit logging.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1870402"/>
            <a:ext cx="8430768" cy="74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Client-side RSA/ECC file encryption before upload.</a:t>
            </a:r>
          </a:p>
          <a:p>
            <a:pPr marL="0" indent="0">
              <a:buNone/>
            </a:pPr>
            <a:endParaRPr lang="en-US" sz="2000" dirty="0">
              <a:solidFill>
                <a:srgbClr val="2D2D4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dirty="0"/>
              <a:t>PKI public key registration and management.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19472" y="14264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772933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42976"/>
            <a:ext cx="8430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Secure key exchange between registered users.</a:t>
            </a:r>
          </a:p>
          <a:p>
            <a:pPr marL="0" indent="0">
              <a:buNone/>
            </a:pPr>
            <a:endParaRPr lang="en-US" sz="2000" dirty="0">
              <a:solidFill>
                <a:srgbClr val="2D2D4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dirty="0"/>
              <a:t>Server stores cipher text only.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19472" y="2450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382855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946030"/>
            <a:ext cx="8430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Tamper-proof audit log with event hashing.</a:t>
            </a:r>
          </a:p>
          <a:p>
            <a:pPr marL="0" indent="0">
              <a:buNone/>
            </a:pPr>
            <a:endParaRPr lang="en-US" sz="2000" dirty="0">
              <a:solidFill>
                <a:srgbClr val="2D2D4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dirty="0"/>
              <a:t>Django REST API with secure coding practices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19472" y="347472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 of the Study  (1/2)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08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688635"/>
            <a:ext cx="2697480" cy="4041648"/>
          </a:xfrm>
          <a:prstGeom prst="rect">
            <a:avLst/>
          </a:prstGeom>
          <a:solidFill>
            <a:schemeClr val="bg1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Zero Server Trust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Files are encrypted before leaving the device — a server breach exposes only unreadable ciphertext.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54680" y="658368"/>
            <a:ext cx="2697480" cy="4041648"/>
          </a:xfrm>
          <a:prstGeom prst="rect">
            <a:avLst/>
          </a:prstGeom>
          <a:solidFill>
            <a:schemeClr val="bg1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Recipient-Bound Access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RSA/ECC binding ensures only the intended recipient can decrypt — no link-sharing exploits possible.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643048"/>
            <a:ext cx="2697480" cy="4041648"/>
          </a:xfrm>
          <a:prstGeom prst="rect">
            <a:avLst/>
          </a:prstGeom>
          <a:solidFill>
            <a:schemeClr val="bg1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PKI Identity Assurance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7220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Certificate-based identity prevents impersonation attacks during key exchange.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Significance of the Study  (2/2)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09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2697480" cy="4041648"/>
          </a:xfrm>
          <a:prstGeom prst="rect">
            <a:avLst/>
          </a:prstGeom>
          <a:solidFill>
            <a:schemeClr val="bg1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Audit Accountability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Cryptographically signed logs create an immutable record for forensic investigation</a:t>
            </a:r>
            <a:r>
              <a:rPr lang="en-US" sz="2000" dirty="0">
                <a:solidFill>
                  <a:srgbClr val="A8A8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54680" y="658368"/>
            <a:ext cx="2697480" cy="4041648"/>
          </a:xfrm>
          <a:prstGeom prst="rect">
            <a:avLst/>
          </a:prstGeom>
          <a:solidFill>
            <a:schemeClr val="bg1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Zambian Data Privacy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Provides a locally auditable alternative to foreign cloud services for Zambian organisations.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664424"/>
            <a:ext cx="2697480" cy="4041648"/>
          </a:xfrm>
          <a:prstGeom prst="rect">
            <a:avLst/>
          </a:prstGeom>
          <a:solidFill>
            <a:schemeClr val="bg1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645152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Academic Contribution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7220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Documents a PKI + E2EE implementation in Django for Zambian applied cryptography research.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 Framework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10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38576"/>
            <a:ext cx="8595360" cy="431596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64008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859536"/>
            <a:ext cx="0" cy="32004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987552"/>
            <a:ext cx="365760" cy="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896112" y="1179576"/>
            <a:ext cx="109728" cy="210312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179576"/>
            <a:ext cx="182880" cy="256032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/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74520" y="1581912"/>
            <a:ext cx="0" cy="18288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563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74609" y="1443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20140" y="1616006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688336" y="1920240"/>
            <a:ext cx="932688" cy="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160020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31750">
            <a:solidFill>
              <a:srgbClr val="2D2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PKI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22976" y="1920240"/>
            <a:ext cx="841248" cy="0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60020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(PG)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572000" y="2276856"/>
            <a:ext cx="0" cy="429768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63340" y="27432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3340" y="274320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RSA/ECC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572000" y="3419856"/>
            <a:ext cx="0" cy="338328"/>
          </a:xfrm>
          <a:prstGeom prst="line">
            <a:avLst/>
          </a:prstGeom>
          <a:noFill/>
          <a:ln w="25400">
            <a:solidFill>
              <a:srgbClr val="2D2D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3593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4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71900" y="379476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7190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Literature 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11 / 14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87887"/>
              </p:ext>
            </p:extLst>
          </p:nvPr>
        </p:nvGraphicFramePr>
        <p:xfrm>
          <a:off x="182880" y="594360"/>
          <a:ext cx="8778240" cy="4389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Jagadeesh et al. (2023)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AES-Modified ECC Algorithm for Improved Data Security over Cloud Storage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asymmetric ECC and symmetric AES in a hybrid model for secure cloud file storage, demonstrating practical key management and data confidentiality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cloud storage only, no user identity management, zero-knowledge design, or client -side password vault architecture.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Barker (NIST SP 800-57, 2022)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 for Key Management (NIST)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Federal standards for cryptographic key lifecycle management — authoritative PKI reference.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Policy-level standards without Django-specific implementation guidance.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Mwale &amp; Banda (2023)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Storage Security Risks for Zambian SMEs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73% of Zambian SMEs use foreign cloud storage with no encryption controls.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only — no technical countermeasure proposed for Zambian context.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12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621792"/>
            <a:ext cx="1965960" cy="4114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D2D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033272"/>
            <a:ext cx="1965960" cy="3749040"/>
          </a:xfrm>
          <a:prstGeom prst="rect">
            <a:avLst/>
          </a:prstGeom>
          <a:solidFill>
            <a:schemeClr val="bg1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Interviews on file-sharing practices in Zambian organisations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 audit of existing tools used locally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Penetration testing against pilot system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50592" y="621792"/>
            <a:ext cx="1965960" cy="41148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Tool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50592" y="1033272"/>
            <a:ext cx="1965960" cy="3749040"/>
          </a:xfrm>
          <a:prstGeom prst="rect">
            <a:avLst/>
          </a:prstGeom>
          <a:solidFill>
            <a:schemeClr val="bg1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Case Diagram (UML)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Shows sender/recipient/admin interactions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Defines encryption, key exchange, and audit flows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26864" y="621792"/>
            <a:ext cx="1965960" cy="4114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D2D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26864" y="1033272"/>
            <a:ext cx="1965960" cy="3749040"/>
          </a:xfrm>
          <a:prstGeom prst="rect">
            <a:avLst/>
          </a:prstGeom>
          <a:solidFill>
            <a:schemeClr val="bg1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cryptography library (RSA/ECC)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Django REST Framework (backend)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 (frontend)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PostgreSQL (ciphertext + audit store)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03136" y="621792"/>
            <a:ext cx="1965960" cy="41148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 Model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803136" y="1039328"/>
            <a:ext cx="1965960" cy="3749040"/>
          </a:xfrm>
          <a:prstGeom prst="rect">
            <a:avLst/>
          </a:prstGeom>
          <a:solidFill>
            <a:schemeClr val="bg1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 (security-first sprints)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OWASP Secure Coding Practices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7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STRIDE threat modelling each sprint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3">
            <a:extLst>
              <a:ext uri="{FF2B5EF4-FFF2-40B4-BE49-F238E27FC236}">
                <a16:creationId xmlns:a16="http://schemas.microsoft.com/office/drawing/2014/main" id="{2CE0B9BA-822E-4977-EA82-4A1098F1CD5C}"/>
              </a:ext>
            </a:extLst>
          </p:cNvPr>
          <p:cNvSpPr/>
          <p:nvPr/>
        </p:nvSpPr>
        <p:spPr>
          <a:xfrm>
            <a:off x="156362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4">
            <a:extLst>
              <a:ext uri="{FF2B5EF4-FFF2-40B4-BE49-F238E27FC236}">
                <a16:creationId xmlns:a16="http://schemas.microsoft.com/office/drawing/2014/main" id="{C685286A-4B92-D607-69E2-838A4BED5629}"/>
              </a:ext>
            </a:extLst>
          </p:cNvPr>
          <p:cNvSpPr/>
          <p:nvPr/>
        </p:nvSpPr>
        <p:spPr>
          <a:xfrm>
            <a:off x="156362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APRIL</a:t>
            </a:r>
            <a:endParaRPr lang="en-US" sz="900" dirty="0"/>
          </a:p>
        </p:txBody>
      </p:sp>
      <p:sp>
        <p:nvSpPr>
          <p:cNvPr id="147" name="Shape 5">
            <a:extLst>
              <a:ext uri="{FF2B5EF4-FFF2-40B4-BE49-F238E27FC236}">
                <a16:creationId xmlns:a16="http://schemas.microsoft.com/office/drawing/2014/main" id="{A496AB69-4EC0-9506-FDB5-511D44F51BC7}"/>
              </a:ext>
            </a:extLst>
          </p:cNvPr>
          <p:cNvSpPr/>
          <p:nvPr/>
        </p:nvSpPr>
        <p:spPr>
          <a:xfrm>
            <a:off x="246659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6">
            <a:extLst>
              <a:ext uri="{FF2B5EF4-FFF2-40B4-BE49-F238E27FC236}">
                <a16:creationId xmlns:a16="http://schemas.microsoft.com/office/drawing/2014/main" id="{AA74F142-A7E6-44B4-3AD0-F2BBB948036B}"/>
              </a:ext>
            </a:extLst>
          </p:cNvPr>
          <p:cNvSpPr/>
          <p:nvPr/>
        </p:nvSpPr>
        <p:spPr>
          <a:xfrm>
            <a:off x="246659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MAY</a:t>
            </a:r>
            <a:endParaRPr lang="en-US" sz="900" dirty="0"/>
          </a:p>
        </p:txBody>
      </p:sp>
      <p:sp>
        <p:nvSpPr>
          <p:cNvPr id="149" name="Shape 7">
            <a:extLst>
              <a:ext uri="{FF2B5EF4-FFF2-40B4-BE49-F238E27FC236}">
                <a16:creationId xmlns:a16="http://schemas.microsoft.com/office/drawing/2014/main" id="{900A830E-C378-F2F6-0A81-E49AA7FE6E9C}"/>
              </a:ext>
            </a:extLst>
          </p:cNvPr>
          <p:cNvSpPr/>
          <p:nvPr/>
        </p:nvSpPr>
        <p:spPr>
          <a:xfrm>
            <a:off x="336956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8">
            <a:extLst>
              <a:ext uri="{FF2B5EF4-FFF2-40B4-BE49-F238E27FC236}">
                <a16:creationId xmlns:a16="http://schemas.microsoft.com/office/drawing/2014/main" id="{4FE83FBB-7933-9948-0A52-B51847CF946D}"/>
              </a:ext>
            </a:extLst>
          </p:cNvPr>
          <p:cNvSpPr/>
          <p:nvPr/>
        </p:nvSpPr>
        <p:spPr>
          <a:xfrm>
            <a:off x="336956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JUNE</a:t>
            </a:r>
            <a:endParaRPr lang="en-US" sz="900" dirty="0"/>
          </a:p>
        </p:txBody>
      </p:sp>
      <p:sp>
        <p:nvSpPr>
          <p:cNvPr id="151" name="Shape 9">
            <a:extLst>
              <a:ext uri="{FF2B5EF4-FFF2-40B4-BE49-F238E27FC236}">
                <a16:creationId xmlns:a16="http://schemas.microsoft.com/office/drawing/2014/main" id="{AF98AD01-8D0D-412F-B16C-999B7AEB0FD5}"/>
              </a:ext>
            </a:extLst>
          </p:cNvPr>
          <p:cNvSpPr/>
          <p:nvPr/>
        </p:nvSpPr>
        <p:spPr>
          <a:xfrm>
            <a:off x="427253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0">
            <a:extLst>
              <a:ext uri="{FF2B5EF4-FFF2-40B4-BE49-F238E27FC236}">
                <a16:creationId xmlns:a16="http://schemas.microsoft.com/office/drawing/2014/main" id="{10B5718A-6D20-7F16-8405-938FE5AA8416}"/>
              </a:ext>
            </a:extLst>
          </p:cNvPr>
          <p:cNvSpPr/>
          <p:nvPr/>
        </p:nvSpPr>
        <p:spPr>
          <a:xfrm>
            <a:off x="427253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JULY</a:t>
            </a:r>
            <a:endParaRPr lang="en-US" sz="900" dirty="0"/>
          </a:p>
        </p:txBody>
      </p:sp>
      <p:sp>
        <p:nvSpPr>
          <p:cNvPr id="153" name="Shape 11">
            <a:extLst>
              <a:ext uri="{FF2B5EF4-FFF2-40B4-BE49-F238E27FC236}">
                <a16:creationId xmlns:a16="http://schemas.microsoft.com/office/drawing/2014/main" id="{CA3D6AB3-733F-6501-9E06-6B72484D6F81}"/>
              </a:ext>
            </a:extLst>
          </p:cNvPr>
          <p:cNvSpPr/>
          <p:nvPr/>
        </p:nvSpPr>
        <p:spPr>
          <a:xfrm>
            <a:off x="517550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2">
            <a:extLst>
              <a:ext uri="{FF2B5EF4-FFF2-40B4-BE49-F238E27FC236}">
                <a16:creationId xmlns:a16="http://schemas.microsoft.com/office/drawing/2014/main" id="{B8BF674C-D27D-CAEF-CEF7-79DEC84C95F5}"/>
              </a:ext>
            </a:extLst>
          </p:cNvPr>
          <p:cNvSpPr/>
          <p:nvPr/>
        </p:nvSpPr>
        <p:spPr>
          <a:xfrm>
            <a:off x="517550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AUGUST</a:t>
            </a:r>
            <a:endParaRPr lang="en-US" sz="900" dirty="0"/>
          </a:p>
        </p:txBody>
      </p:sp>
      <p:sp>
        <p:nvSpPr>
          <p:cNvPr id="155" name="Shape 13">
            <a:extLst>
              <a:ext uri="{FF2B5EF4-FFF2-40B4-BE49-F238E27FC236}">
                <a16:creationId xmlns:a16="http://schemas.microsoft.com/office/drawing/2014/main" id="{F33B873B-70AB-237B-BF4A-BCBED95BB0E5}"/>
              </a:ext>
            </a:extLst>
          </p:cNvPr>
          <p:cNvSpPr/>
          <p:nvPr/>
        </p:nvSpPr>
        <p:spPr>
          <a:xfrm>
            <a:off x="607847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4">
            <a:extLst>
              <a:ext uri="{FF2B5EF4-FFF2-40B4-BE49-F238E27FC236}">
                <a16:creationId xmlns:a16="http://schemas.microsoft.com/office/drawing/2014/main" id="{7DF39D0E-4460-342E-5DC9-B1061E02AD18}"/>
              </a:ext>
            </a:extLst>
          </p:cNvPr>
          <p:cNvSpPr/>
          <p:nvPr/>
        </p:nvSpPr>
        <p:spPr>
          <a:xfrm>
            <a:off x="607847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SEPTEMBER</a:t>
            </a:r>
            <a:endParaRPr lang="en-US" sz="900" dirty="0"/>
          </a:p>
        </p:txBody>
      </p:sp>
      <p:sp>
        <p:nvSpPr>
          <p:cNvPr id="157" name="Shape 15">
            <a:extLst>
              <a:ext uri="{FF2B5EF4-FFF2-40B4-BE49-F238E27FC236}">
                <a16:creationId xmlns:a16="http://schemas.microsoft.com/office/drawing/2014/main" id="{C422718D-8B9E-9410-5F8E-96440999004D}"/>
              </a:ext>
            </a:extLst>
          </p:cNvPr>
          <p:cNvSpPr/>
          <p:nvPr/>
        </p:nvSpPr>
        <p:spPr>
          <a:xfrm>
            <a:off x="698144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6">
            <a:extLst>
              <a:ext uri="{FF2B5EF4-FFF2-40B4-BE49-F238E27FC236}">
                <a16:creationId xmlns:a16="http://schemas.microsoft.com/office/drawing/2014/main" id="{11F6DA4C-91FD-20DB-07AC-13F1FE529323}"/>
              </a:ext>
            </a:extLst>
          </p:cNvPr>
          <p:cNvSpPr/>
          <p:nvPr/>
        </p:nvSpPr>
        <p:spPr>
          <a:xfrm>
            <a:off x="698144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OCTOBER</a:t>
            </a:r>
            <a:endParaRPr lang="en-US" sz="900" dirty="0"/>
          </a:p>
        </p:txBody>
      </p:sp>
      <p:sp>
        <p:nvSpPr>
          <p:cNvPr id="159" name="Shape 17">
            <a:extLst>
              <a:ext uri="{FF2B5EF4-FFF2-40B4-BE49-F238E27FC236}">
                <a16:creationId xmlns:a16="http://schemas.microsoft.com/office/drawing/2014/main" id="{4374F25D-EA1E-DF9A-B097-0A2B1B99D162}"/>
              </a:ext>
            </a:extLst>
          </p:cNvPr>
          <p:cNvSpPr/>
          <p:nvPr/>
        </p:nvSpPr>
        <p:spPr>
          <a:xfrm>
            <a:off x="7884413" y="848106"/>
            <a:ext cx="90297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8">
            <a:extLst>
              <a:ext uri="{FF2B5EF4-FFF2-40B4-BE49-F238E27FC236}">
                <a16:creationId xmlns:a16="http://schemas.microsoft.com/office/drawing/2014/main" id="{E5A5B0B2-D776-C47F-47CC-92C0925FA7B0}"/>
              </a:ext>
            </a:extLst>
          </p:cNvPr>
          <p:cNvSpPr/>
          <p:nvPr/>
        </p:nvSpPr>
        <p:spPr>
          <a:xfrm>
            <a:off x="7884413" y="848106"/>
            <a:ext cx="90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NOVEMBER</a:t>
            </a:r>
            <a:endParaRPr lang="en-US" sz="900" dirty="0"/>
          </a:p>
        </p:txBody>
      </p:sp>
      <p:sp>
        <p:nvSpPr>
          <p:cNvPr id="161" name="Shape 19">
            <a:extLst>
              <a:ext uri="{FF2B5EF4-FFF2-40B4-BE49-F238E27FC236}">
                <a16:creationId xmlns:a16="http://schemas.microsoft.com/office/drawing/2014/main" id="{DD56E8BC-7785-6FDF-B1E5-C069C71CD111}"/>
              </a:ext>
            </a:extLst>
          </p:cNvPr>
          <p:cNvSpPr/>
          <p:nvPr/>
        </p:nvSpPr>
        <p:spPr>
          <a:xfrm>
            <a:off x="156362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20">
            <a:extLst>
              <a:ext uri="{FF2B5EF4-FFF2-40B4-BE49-F238E27FC236}">
                <a16:creationId xmlns:a16="http://schemas.microsoft.com/office/drawing/2014/main" id="{68CDB9FE-5EBD-35D9-E33B-55DAC4A81FFF}"/>
              </a:ext>
            </a:extLst>
          </p:cNvPr>
          <p:cNvSpPr/>
          <p:nvPr/>
        </p:nvSpPr>
        <p:spPr>
          <a:xfrm>
            <a:off x="156362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163" name="Shape 21">
            <a:extLst>
              <a:ext uri="{FF2B5EF4-FFF2-40B4-BE49-F238E27FC236}">
                <a16:creationId xmlns:a16="http://schemas.microsoft.com/office/drawing/2014/main" id="{33212F39-3D8B-CD9D-443D-FEFAD233D14F}"/>
              </a:ext>
            </a:extLst>
          </p:cNvPr>
          <p:cNvSpPr/>
          <p:nvPr/>
        </p:nvSpPr>
        <p:spPr>
          <a:xfrm>
            <a:off x="178936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22">
            <a:extLst>
              <a:ext uri="{FF2B5EF4-FFF2-40B4-BE49-F238E27FC236}">
                <a16:creationId xmlns:a16="http://schemas.microsoft.com/office/drawing/2014/main" id="{A3AC9F99-79DE-F33C-F8DD-871801D66623}"/>
              </a:ext>
            </a:extLst>
          </p:cNvPr>
          <p:cNvSpPr/>
          <p:nvPr/>
        </p:nvSpPr>
        <p:spPr>
          <a:xfrm>
            <a:off x="178936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165" name="Shape 23">
            <a:extLst>
              <a:ext uri="{FF2B5EF4-FFF2-40B4-BE49-F238E27FC236}">
                <a16:creationId xmlns:a16="http://schemas.microsoft.com/office/drawing/2014/main" id="{010F9F2D-6308-E19B-6104-E56418E191CC}"/>
              </a:ext>
            </a:extLst>
          </p:cNvPr>
          <p:cNvSpPr/>
          <p:nvPr/>
        </p:nvSpPr>
        <p:spPr>
          <a:xfrm>
            <a:off x="201510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24">
            <a:extLst>
              <a:ext uri="{FF2B5EF4-FFF2-40B4-BE49-F238E27FC236}">
                <a16:creationId xmlns:a16="http://schemas.microsoft.com/office/drawing/2014/main" id="{08B0229E-C6E2-E44F-CCB3-3CAB7019E2D6}"/>
              </a:ext>
            </a:extLst>
          </p:cNvPr>
          <p:cNvSpPr/>
          <p:nvPr/>
        </p:nvSpPr>
        <p:spPr>
          <a:xfrm>
            <a:off x="201510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167" name="Shape 25">
            <a:extLst>
              <a:ext uri="{FF2B5EF4-FFF2-40B4-BE49-F238E27FC236}">
                <a16:creationId xmlns:a16="http://schemas.microsoft.com/office/drawing/2014/main" id="{CFD96955-A91C-E03D-CD76-540584E0B025}"/>
              </a:ext>
            </a:extLst>
          </p:cNvPr>
          <p:cNvSpPr/>
          <p:nvPr/>
        </p:nvSpPr>
        <p:spPr>
          <a:xfrm>
            <a:off x="224085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26">
            <a:extLst>
              <a:ext uri="{FF2B5EF4-FFF2-40B4-BE49-F238E27FC236}">
                <a16:creationId xmlns:a16="http://schemas.microsoft.com/office/drawing/2014/main" id="{74FA0BE7-AF21-3363-7ECD-CFBD8A52BD31}"/>
              </a:ext>
            </a:extLst>
          </p:cNvPr>
          <p:cNvSpPr/>
          <p:nvPr/>
        </p:nvSpPr>
        <p:spPr>
          <a:xfrm>
            <a:off x="224085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169" name="Shape 27">
            <a:extLst>
              <a:ext uri="{FF2B5EF4-FFF2-40B4-BE49-F238E27FC236}">
                <a16:creationId xmlns:a16="http://schemas.microsoft.com/office/drawing/2014/main" id="{277B916B-6731-3826-2496-C25CF40B36E8}"/>
              </a:ext>
            </a:extLst>
          </p:cNvPr>
          <p:cNvSpPr/>
          <p:nvPr/>
        </p:nvSpPr>
        <p:spPr>
          <a:xfrm>
            <a:off x="246659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28">
            <a:extLst>
              <a:ext uri="{FF2B5EF4-FFF2-40B4-BE49-F238E27FC236}">
                <a16:creationId xmlns:a16="http://schemas.microsoft.com/office/drawing/2014/main" id="{17440DEE-DDB0-7068-1918-B3C52B8F77A5}"/>
              </a:ext>
            </a:extLst>
          </p:cNvPr>
          <p:cNvSpPr/>
          <p:nvPr/>
        </p:nvSpPr>
        <p:spPr>
          <a:xfrm>
            <a:off x="246659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171" name="Shape 29">
            <a:extLst>
              <a:ext uri="{FF2B5EF4-FFF2-40B4-BE49-F238E27FC236}">
                <a16:creationId xmlns:a16="http://schemas.microsoft.com/office/drawing/2014/main" id="{40252818-9B44-DA62-83E0-AB3EABE02122}"/>
              </a:ext>
            </a:extLst>
          </p:cNvPr>
          <p:cNvSpPr/>
          <p:nvPr/>
        </p:nvSpPr>
        <p:spPr>
          <a:xfrm>
            <a:off x="269233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30">
            <a:extLst>
              <a:ext uri="{FF2B5EF4-FFF2-40B4-BE49-F238E27FC236}">
                <a16:creationId xmlns:a16="http://schemas.microsoft.com/office/drawing/2014/main" id="{7BE4CA73-B8B0-564D-31C3-12066DB8976E}"/>
              </a:ext>
            </a:extLst>
          </p:cNvPr>
          <p:cNvSpPr/>
          <p:nvPr/>
        </p:nvSpPr>
        <p:spPr>
          <a:xfrm>
            <a:off x="269233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173" name="Shape 31">
            <a:extLst>
              <a:ext uri="{FF2B5EF4-FFF2-40B4-BE49-F238E27FC236}">
                <a16:creationId xmlns:a16="http://schemas.microsoft.com/office/drawing/2014/main" id="{D0F2D7FB-D955-B3E8-06A6-77E3171A8F94}"/>
              </a:ext>
            </a:extLst>
          </p:cNvPr>
          <p:cNvSpPr/>
          <p:nvPr/>
        </p:nvSpPr>
        <p:spPr>
          <a:xfrm>
            <a:off x="291807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32">
            <a:extLst>
              <a:ext uri="{FF2B5EF4-FFF2-40B4-BE49-F238E27FC236}">
                <a16:creationId xmlns:a16="http://schemas.microsoft.com/office/drawing/2014/main" id="{19CBA31A-D2DD-8DB6-09B6-B9E5D4F47EE0}"/>
              </a:ext>
            </a:extLst>
          </p:cNvPr>
          <p:cNvSpPr/>
          <p:nvPr/>
        </p:nvSpPr>
        <p:spPr>
          <a:xfrm>
            <a:off x="291807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175" name="Shape 33">
            <a:extLst>
              <a:ext uri="{FF2B5EF4-FFF2-40B4-BE49-F238E27FC236}">
                <a16:creationId xmlns:a16="http://schemas.microsoft.com/office/drawing/2014/main" id="{93085CB1-F6A4-534D-B92C-90C93366C94F}"/>
              </a:ext>
            </a:extLst>
          </p:cNvPr>
          <p:cNvSpPr/>
          <p:nvPr/>
        </p:nvSpPr>
        <p:spPr>
          <a:xfrm>
            <a:off x="314382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34">
            <a:extLst>
              <a:ext uri="{FF2B5EF4-FFF2-40B4-BE49-F238E27FC236}">
                <a16:creationId xmlns:a16="http://schemas.microsoft.com/office/drawing/2014/main" id="{5509A149-9944-3298-1102-4B1E32B7FD89}"/>
              </a:ext>
            </a:extLst>
          </p:cNvPr>
          <p:cNvSpPr/>
          <p:nvPr/>
        </p:nvSpPr>
        <p:spPr>
          <a:xfrm>
            <a:off x="314382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177" name="Shape 35">
            <a:extLst>
              <a:ext uri="{FF2B5EF4-FFF2-40B4-BE49-F238E27FC236}">
                <a16:creationId xmlns:a16="http://schemas.microsoft.com/office/drawing/2014/main" id="{D8E18F30-F1B4-5B90-49AB-67B3D586F794}"/>
              </a:ext>
            </a:extLst>
          </p:cNvPr>
          <p:cNvSpPr/>
          <p:nvPr/>
        </p:nvSpPr>
        <p:spPr>
          <a:xfrm>
            <a:off x="336956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36">
            <a:extLst>
              <a:ext uri="{FF2B5EF4-FFF2-40B4-BE49-F238E27FC236}">
                <a16:creationId xmlns:a16="http://schemas.microsoft.com/office/drawing/2014/main" id="{CD1B40E6-4CAA-835A-9B71-E40BFA316702}"/>
              </a:ext>
            </a:extLst>
          </p:cNvPr>
          <p:cNvSpPr/>
          <p:nvPr/>
        </p:nvSpPr>
        <p:spPr>
          <a:xfrm>
            <a:off x="336956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179" name="Shape 37">
            <a:extLst>
              <a:ext uri="{FF2B5EF4-FFF2-40B4-BE49-F238E27FC236}">
                <a16:creationId xmlns:a16="http://schemas.microsoft.com/office/drawing/2014/main" id="{17C2E7F4-8E74-7D36-9B12-BA131070B81D}"/>
              </a:ext>
            </a:extLst>
          </p:cNvPr>
          <p:cNvSpPr/>
          <p:nvPr/>
        </p:nvSpPr>
        <p:spPr>
          <a:xfrm>
            <a:off x="359530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38">
            <a:extLst>
              <a:ext uri="{FF2B5EF4-FFF2-40B4-BE49-F238E27FC236}">
                <a16:creationId xmlns:a16="http://schemas.microsoft.com/office/drawing/2014/main" id="{2FDB3008-69EC-0091-C1E0-EF463AFB52D6}"/>
              </a:ext>
            </a:extLst>
          </p:cNvPr>
          <p:cNvSpPr/>
          <p:nvPr/>
        </p:nvSpPr>
        <p:spPr>
          <a:xfrm>
            <a:off x="359530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181" name="Shape 39">
            <a:extLst>
              <a:ext uri="{FF2B5EF4-FFF2-40B4-BE49-F238E27FC236}">
                <a16:creationId xmlns:a16="http://schemas.microsoft.com/office/drawing/2014/main" id="{A87A09D4-C992-E85A-439A-7C1F1ED5EFBB}"/>
              </a:ext>
            </a:extLst>
          </p:cNvPr>
          <p:cNvSpPr/>
          <p:nvPr/>
        </p:nvSpPr>
        <p:spPr>
          <a:xfrm>
            <a:off x="382104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40">
            <a:extLst>
              <a:ext uri="{FF2B5EF4-FFF2-40B4-BE49-F238E27FC236}">
                <a16:creationId xmlns:a16="http://schemas.microsoft.com/office/drawing/2014/main" id="{F1D9C8D9-CAD9-DEFE-B217-74BCE39EB4AD}"/>
              </a:ext>
            </a:extLst>
          </p:cNvPr>
          <p:cNvSpPr/>
          <p:nvPr/>
        </p:nvSpPr>
        <p:spPr>
          <a:xfrm>
            <a:off x="382104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183" name="Shape 41">
            <a:extLst>
              <a:ext uri="{FF2B5EF4-FFF2-40B4-BE49-F238E27FC236}">
                <a16:creationId xmlns:a16="http://schemas.microsoft.com/office/drawing/2014/main" id="{01A3AD56-6630-C08D-EB65-3770F32619A8}"/>
              </a:ext>
            </a:extLst>
          </p:cNvPr>
          <p:cNvSpPr/>
          <p:nvPr/>
        </p:nvSpPr>
        <p:spPr>
          <a:xfrm>
            <a:off x="404679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42">
            <a:extLst>
              <a:ext uri="{FF2B5EF4-FFF2-40B4-BE49-F238E27FC236}">
                <a16:creationId xmlns:a16="http://schemas.microsoft.com/office/drawing/2014/main" id="{13156B7A-A4A2-A038-FA7D-24A6612FACD7}"/>
              </a:ext>
            </a:extLst>
          </p:cNvPr>
          <p:cNvSpPr/>
          <p:nvPr/>
        </p:nvSpPr>
        <p:spPr>
          <a:xfrm>
            <a:off x="404679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185" name="Shape 43">
            <a:extLst>
              <a:ext uri="{FF2B5EF4-FFF2-40B4-BE49-F238E27FC236}">
                <a16:creationId xmlns:a16="http://schemas.microsoft.com/office/drawing/2014/main" id="{205B3E51-0677-6539-D53E-CD0D7A186AC2}"/>
              </a:ext>
            </a:extLst>
          </p:cNvPr>
          <p:cNvSpPr/>
          <p:nvPr/>
        </p:nvSpPr>
        <p:spPr>
          <a:xfrm>
            <a:off x="427253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44">
            <a:extLst>
              <a:ext uri="{FF2B5EF4-FFF2-40B4-BE49-F238E27FC236}">
                <a16:creationId xmlns:a16="http://schemas.microsoft.com/office/drawing/2014/main" id="{665B42F7-0AD1-EB43-FE09-4DB63B7B9B27}"/>
              </a:ext>
            </a:extLst>
          </p:cNvPr>
          <p:cNvSpPr/>
          <p:nvPr/>
        </p:nvSpPr>
        <p:spPr>
          <a:xfrm>
            <a:off x="427253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187" name="Shape 45">
            <a:extLst>
              <a:ext uri="{FF2B5EF4-FFF2-40B4-BE49-F238E27FC236}">
                <a16:creationId xmlns:a16="http://schemas.microsoft.com/office/drawing/2014/main" id="{C84CC240-0970-3551-206B-D3E99774343B}"/>
              </a:ext>
            </a:extLst>
          </p:cNvPr>
          <p:cNvSpPr/>
          <p:nvPr/>
        </p:nvSpPr>
        <p:spPr>
          <a:xfrm>
            <a:off x="449827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46">
            <a:extLst>
              <a:ext uri="{FF2B5EF4-FFF2-40B4-BE49-F238E27FC236}">
                <a16:creationId xmlns:a16="http://schemas.microsoft.com/office/drawing/2014/main" id="{0C18BDF3-A5BE-7819-83DD-382FC251F740}"/>
              </a:ext>
            </a:extLst>
          </p:cNvPr>
          <p:cNvSpPr/>
          <p:nvPr/>
        </p:nvSpPr>
        <p:spPr>
          <a:xfrm>
            <a:off x="449827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189" name="Shape 47">
            <a:extLst>
              <a:ext uri="{FF2B5EF4-FFF2-40B4-BE49-F238E27FC236}">
                <a16:creationId xmlns:a16="http://schemas.microsoft.com/office/drawing/2014/main" id="{3FC4B706-7002-D8EB-743C-F0B9FCB0BF42}"/>
              </a:ext>
            </a:extLst>
          </p:cNvPr>
          <p:cNvSpPr/>
          <p:nvPr/>
        </p:nvSpPr>
        <p:spPr>
          <a:xfrm>
            <a:off x="472401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48">
            <a:extLst>
              <a:ext uri="{FF2B5EF4-FFF2-40B4-BE49-F238E27FC236}">
                <a16:creationId xmlns:a16="http://schemas.microsoft.com/office/drawing/2014/main" id="{EF0AB495-D91E-9866-0EAB-BAA2E5EA0DC8}"/>
              </a:ext>
            </a:extLst>
          </p:cNvPr>
          <p:cNvSpPr/>
          <p:nvPr/>
        </p:nvSpPr>
        <p:spPr>
          <a:xfrm>
            <a:off x="472401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191" name="Shape 49">
            <a:extLst>
              <a:ext uri="{FF2B5EF4-FFF2-40B4-BE49-F238E27FC236}">
                <a16:creationId xmlns:a16="http://schemas.microsoft.com/office/drawing/2014/main" id="{0525B091-02BE-11D1-66AB-4360F22FD87E}"/>
              </a:ext>
            </a:extLst>
          </p:cNvPr>
          <p:cNvSpPr/>
          <p:nvPr/>
        </p:nvSpPr>
        <p:spPr>
          <a:xfrm>
            <a:off x="494976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50">
            <a:extLst>
              <a:ext uri="{FF2B5EF4-FFF2-40B4-BE49-F238E27FC236}">
                <a16:creationId xmlns:a16="http://schemas.microsoft.com/office/drawing/2014/main" id="{F2939ED8-03BE-C82E-D16E-7B27FA4E2798}"/>
              </a:ext>
            </a:extLst>
          </p:cNvPr>
          <p:cNvSpPr/>
          <p:nvPr/>
        </p:nvSpPr>
        <p:spPr>
          <a:xfrm>
            <a:off x="494976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193" name="Shape 51">
            <a:extLst>
              <a:ext uri="{FF2B5EF4-FFF2-40B4-BE49-F238E27FC236}">
                <a16:creationId xmlns:a16="http://schemas.microsoft.com/office/drawing/2014/main" id="{8245D12C-579F-A441-7F01-CDF5E2026B30}"/>
              </a:ext>
            </a:extLst>
          </p:cNvPr>
          <p:cNvSpPr/>
          <p:nvPr/>
        </p:nvSpPr>
        <p:spPr>
          <a:xfrm>
            <a:off x="517550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52">
            <a:extLst>
              <a:ext uri="{FF2B5EF4-FFF2-40B4-BE49-F238E27FC236}">
                <a16:creationId xmlns:a16="http://schemas.microsoft.com/office/drawing/2014/main" id="{7D41695B-0A5F-68E0-CAC3-B6731471D5A0}"/>
              </a:ext>
            </a:extLst>
          </p:cNvPr>
          <p:cNvSpPr/>
          <p:nvPr/>
        </p:nvSpPr>
        <p:spPr>
          <a:xfrm>
            <a:off x="517550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195" name="Shape 53">
            <a:extLst>
              <a:ext uri="{FF2B5EF4-FFF2-40B4-BE49-F238E27FC236}">
                <a16:creationId xmlns:a16="http://schemas.microsoft.com/office/drawing/2014/main" id="{E5772ABE-6435-359D-03DC-069F2ABE896C}"/>
              </a:ext>
            </a:extLst>
          </p:cNvPr>
          <p:cNvSpPr/>
          <p:nvPr/>
        </p:nvSpPr>
        <p:spPr>
          <a:xfrm>
            <a:off x="540124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54">
            <a:extLst>
              <a:ext uri="{FF2B5EF4-FFF2-40B4-BE49-F238E27FC236}">
                <a16:creationId xmlns:a16="http://schemas.microsoft.com/office/drawing/2014/main" id="{9F8B8FAD-9198-473A-6A83-154D44194C53}"/>
              </a:ext>
            </a:extLst>
          </p:cNvPr>
          <p:cNvSpPr/>
          <p:nvPr/>
        </p:nvSpPr>
        <p:spPr>
          <a:xfrm>
            <a:off x="540124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197" name="Shape 55">
            <a:extLst>
              <a:ext uri="{FF2B5EF4-FFF2-40B4-BE49-F238E27FC236}">
                <a16:creationId xmlns:a16="http://schemas.microsoft.com/office/drawing/2014/main" id="{148F102E-7588-7D05-3A7B-60C5C34699C2}"/>
              </a:ext>
            </a:extLst>
          </p:cNvPr>
          <p:cNvSpPr/>
          <p:nvPr/>
        </p:nvSpPr>
        <p:spPr>
          <a:xfrm>
            <a:off x="562698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56">
            <a:extLst>
              <a:ext uri="{FF2B5EF4-FFF2-40B4-BE49-F238E27FC236}">
                <a16:creationId xmlns:a16="http://schemas.microsoft.com/office/drawing/2014/main" id="{B5189E58-14D4-44F3-E980-6268F285D999}"/>
              </a:ext>
            </a:extLst>
          </p:cNvPr>
          <p:cNvSpPr/>
          <p:nvPr/>
        </p:nvSpPr>
        <p:spPr>
          <a:xfrm>
            <a:off x="562698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199" name="Shape 57">
            <a:extLst>
              <a:ext uri="{FF2B5EF4-FFF2-40B4-BE49-F238E27FC236}">
                <a16:creationId xmlns:a16="http://schemas.microsoft.com/office/drawing/2014/main" id="{90A01D59-1A4F-B90C-822D-4517857BB7B6}"/>
              </a:ext>
            </a:extLst>
          </p:cNvPr>
          <p:cNvSpPr/>
          <p:nvPr/>
        </p:nvSpPr>
        <p:spPr>
          <a:xfrm>
            <a:off x="585273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58">
            <a:extLst>
              <a:ext uri="{FF2B5EF4-FFF2-40B4-BE49-F238E27FC236}">
                <a16:creationId xmlns:a16="http://schemas.microsoft.com/office/drawing/2014/main" id="{741941A6-1CAD-4D23-5953-3731BF9E48D2}"/>
              </a:ext>
            </a:extLst>
          </p:cNvPr>
          <p:cNvSpPr/>
          <p:nvPr/>
        </p:nvSpPr>
        <p:spPr>
          <a:xfrm>
            <a:off x="585273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201" name="Shape 59">
            <a:extLst>
              <a:ext uri="{FF2B5EF4-FFF2-40B4-BE49-F238E27FC236}">
                <a16:creationId xmlns:a16="http://schemas.microsoft.com/office/drawing/2014/main" id="{A297F2A7-FFC0-B71A-A6A6-4077A8525D17}"/>
              </a:ext>
            </a:extLst>
          </p:cNvPr>
          <p:cNvSpPr/>
          <p:nvPr/>
        </p:nvSpPr>
        <p:spPr>
          <a:xfrm>
            <a:off x="607847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60">
            <a:extLst>
              <a:ext uri="{FF2B5EF4-FFF2-40B4-BE49-F238E27FC236}">
                <a16:creationId xmlns:a16="http://schemas.microsoft.com/office/drawing/2014/main" id="{FCA1F70C-17D1-528E-A265-8CCD48D3E08B}"/>
              </a:ext>
            </a:extLst>
          </p:cNvPr>
          <p:cNvSpPr/>
          <p:nvPr/>
        </p:nvSpPr>
        <p:spPr>
          <a:xfrm>
            <a:off x="607847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203" name="Shape 61">
            <a:extLst>
              <a:ext uri="{FF2B5EF4-FFF2-40B4-BE49-F238E27FC236}">
                <a16:creationId xmlns:a16="http://schemas.microsoft.com/office/drawing/2014/main" id="{641AB69E-6B03-0068-3A4E-12CBA5355C68}"/>
              </a:ext>
            </a:extLst>
          </p:cNvPr>
          <p:cNvSpPr/>
          <p:nvPr/>
        </p:nvSpPr>
        <p:spPr>
          <a:xfrm>
            <a:off x="630421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62">
            <a:extLst>
              <a:ext uri="{FF2B5EF4-FFF2-40B4-BE49-F238E27FC236}">
                <a16:creationId xmlns:a16="http://schemas.microsoft.com/office/drawing/2014/main" id="{5C2898ED-B50A-9B32-20E0-E75377CC00C0}"/>
              </a:ext>
            </a:extLst>
          </p:cNvPr>
          <p:cNvSpPr/>
          <p:nvPr/>
        </p:nvSpPr>
        <p:spPr>
          <a:xfrm>
            <a:off x="630421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205" name="Shape 63">
            <a:extLst>
              <a:ext uri="{FF2B5EF4-FFF2-40B4-BE49-F238E27FC236}">
                <a16:creationId xmlns:a16="http://schemas.microsoft.com/office/drawing/2014/main" id="{12AE0B84-5AE4-76A7-77A7-454C18735853}"/>
              </a:ext>
            </a:extLst>
          </p:cNvPr>
          <p:cNvSpPr/>
          <p:nvPr/>
        </p:nvSpPr>
        <p:spPr>
          <a:xfrm>
            <a:off x="652995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64">
            <a:extLst>
              <a:ext uri="{FF2B5EF4-FFF2-40B4-BE49-F238E27FC236}">
                <a16:creationId xmlns:a16="http://schemas.microsoft.com/office/drawing/2014/main" id="{721EA59F-1F4F-31DE-D66E-BE198E20DDB8}"/>
              </a:ext>
            </a:extLst>
          </p:cNvPr>
          <p:cNvSpPr/>
          <p:nvPr/>
        </p:nvSpPr>
        <p:spPr>
          <a:xfrm>
            <a:off x="652995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207" name="Shape 65">
            <a:extLst>
              <a:ext uri="{FF2B5EF4-FFF2-40B4-BE49-F238E27FC236}">
                <a16:creationId xmlns:a16="http://schemas.microsoft.com/office/drawing/2014/main" id="{473D6B91-B371-FCCA-993D-D1276ECC61C4}"/>
              </a:ext>
            </a:extLst>
          </p:cNvPr>
          <p:cNvSpPr/>
          <p:nvPr/>
        </p:nvSpPr>
        <p:spPr>
          <a:xfrm>
            <a:off x="675570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66">
            <a:extLst>
              <a:ext uri="{FF2B5EF4-FFF2-40B4-BE49-F238E27FC236}">
                <a16:creationId xmlns:a16="http://schemas.microsoft.com/office/drawing/2014/main" id="{FB70E8AB-67C1-FF55-75D5-F2D5E99DA2C6}"/>
              </a:ext>
            </a:extLst>
          </p:cNvPr>
          <p:cNvSpPr/>
          <p:nvPr/>
        </p:nvSpPr>
        <p:spPr>
          <a:xfrm>
            <a:off x="675570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209" name="Shape 67">
            <a:extLst>
              <a:ext uri="{FF2B5EF4-FFF2-40B4-BE49-F238E27FC236}">
                <a16:creationId xmlns:a16="http://schemas.microsoft.com/office/drawing/2014/main" id="{66BF5C36-EBB2-1127-2A55-B510E256765B}"/>
              </a:ext>
            </a:extLst>
          </p:cNvPr>
          <p:cNvSpPr/>
          <p:nvPr/>
        </p:nvSpPr>
        <p:spPr>
          <a:xfrm>
            <a:off x="698144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68">
            <a:extLst>
              <a:ext uri="{FF2B5EF4-FFF2-40B4-BE49-F238E27FC236}">
                <a16:creationId xmlns:a16="http://schemas.microsoft.com/office/drawing/2014/main" id="{D9D9E1A4-21BC-6DCF-DEC8-52CF5941618B}"/>
              </a:ext>
            </a:extLst>
          </p:cNvPr>
          <p:cNvSpPr/>
          <p:nvPr/>
        </p:nvSpPr>
        <p:spPr>
          <a:xfrm>
            <a:off x="698144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211" name="Shape 69">
            <a:extLst>
              <a:ext uri="{FF2B5EF4-FFF2-40B4-BE49-F238E27FC236}">
                <a16:creationId xmlns:a16="http://schemas.microsoft.com/office/drawing/2014/main" id="{1C299BAB-BFD8-6E94-2D8E-830BF262F8ED}"/>
              </a:ext>
            </a:extLst>
          </p:cNvPr>
          <p:cNvSpPr/>
          <p:nvPr/>
        </p:nvSpPr>
        <p:spPr>
          <a:xfrm>
            <a:off x="720718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70">
            <a:extLst>
              <a:ext uri="{FF2B5EF4-FFF2-40B4-BE49-F238E27FC236}">
                <a16:creationId xmlns:a16="http://schemas.microsoft.com/office/drawing/2014/main" id="{2C4542F3-29B7-4E9B-1347-3A7EA2EC9796}"/>
              </a:ext>
            </a:extLst>
          </p:cNvPr>
          <p:cNvSpPr/>
          <p:nvPr/>
        </p:nvSpPr>
        <p:spPr>
          <a:xfrm>
            <a:off x="720718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213" name="Shape 71">
            <a:extLst>
              <a:ext uri="{FF2B5EF4-FFF2-40B4-BE49-F238E27FC236}">
                <a16:creationId xmlns:a16="http://schemas.microsoft.com/office/drawing/2014/main" id="{299ECA96-A0E9-B214-5580-A66B2726AD32}"/>
              </a:ext>
            </a:extLst>
          </p:cNvPr>
          <p:cNvSpPr/>
          <p:nvPr/>
        </p:nvSpPr>
        <p:spPr>
          <a:xfrm>
            <a:off x="743292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72">
            <a:extLst>
              <a:ext uri="{FF2B5EF4-FFF2-40B4-BE49-F238E27FC236}">
                <a16:creationId xmlns:a16="http://schemas.microsoft.com/office/drawing/2014/main" id="{CCEDC6A5-1922-CAA6-D7E1-0C8E9579AD12}"/>
              </a:ext>
            </a:extLst>
          </p:cNvPr>
          <p:cNvSpPr/>
          <p:nvPr/>
        </p:nvSpPr>
        <p:spPr>
          <a:xfrm>
            <a:off x="743292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215" name="Shape 73">
            <a:extLst>
              <a:ext uri="{FF2B5EF4-FFF2-40B4-BE49-F238E27FC236}">
                <a16:creationId xmlns:a16="http://schemas.microsoft.com/office/drawing/2014/main" id="{AE33B086-BC99-543B-4745-F969789DA1B8}"/>
              </a:ext>
            </a:extLst>
          </p:cNvPr>
          <p:cNvSpPr/>
          <p:nvPr/>
        </p:nvSpPr>
        <p:spPr>
          <a:xfrm>
            <a:off x="765867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74">
            <a:extLst>
              <a:ext uri="{FF2B5EF4-FFF2-40B4-BE49-F238E27FC236}">
                <a16:creationId xmlns:a16="http://schemas.microsoft.com/office/drawing/2014/main" id="{6A7337CE-820F-BEEC-F8A7-11EA0C23040A}"/>
              </a:ext>
            </a:extLst>
          </p:cNvPr>
          <p:cNvSpPr/>
          <p:nvPr/>
        </p:nvSpPr>
        <p:spPr>
          <a:xfrm>
            <a:off x="765867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217" name="Shape 75">
            <a:extLst>
              <a:ext uri="{FF2B5EF4-FFF2-40B4-BE49-F238E27FC236}">
                <a16:creationId xmlns:a16="http://schemas.microsoft.com/office/drawing/2014/main" id="{1C3E4A35-6772-C5C6-9E5A-2948C62DFFF0}"/>
              </a:ext>
            </a:extLst>
          </p:cNvPr>
          <p:cNvSpPr/>
          <p:nvPr/>
        </p:nvSpPr>
        <p:spPr>
          <a:xfrm>
            <a:off x="7884413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76">
            <a:extLst>
              <a:ext uri="{FF2B5EF4-FFF2-40B4-BE49-F238E27FC236}">
                <a16:creationId xmlns:a16="http://schemas.microsoft.com/office/drawing/2014/main" id="{ECE6CC21-F819-1FA3-A42A-F7DF7F585C58}"/>
              </a:ext>
            </a:extLst>
          </p:cNvPr>
          <p:cNvSpPr/>
          <p:nvPr/>
        </p:nvSpPr>
        <p:spPr>
          <a:xfrm>
            <a:off x="7884413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W1</a:t>
            </a:r>
            <a:endParaRPr lang="en-US" sz="600" dirty="0"/>
          </a:p>
        </p:txBody>
      </p:sp>
      <p:sp>
        <p:nvSpPr>
          <p:cNvPr id="219" name="Shape 77">
            <a:extLst>
              <a:ext uri="{FF2B5EF4-FFF2-40B4-BE49-F238E27FC236}">
                <a16:creationId xmlns:a16="http://schemas.microsoft.com/office/drawing/2014/main" id="{C2FB5890-A5C2-9CF8-C642-F91088EE3276}"/>
              </a:ext>
            </a:extLst>
          </p:cNvPr>
          <p:cNvSpPr/>
          <p:nvPr/>
        </p:nvSpPr>
        <p:spPr>
          <a:xfrm>
            <a:off x="8110156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78">
            <a:extLst>
              <a:ext uri="{FF2B5EF4-FFF2-40B4-BE49-F238E27FC236}">
                <a16:creationId xmlns:a16="http://schemas.microsoft.com/office/drawing/2014/main" id="{DCB5B5C2-3D25-91BC-1FD2-02CDBDD98B03}"/>
              </a:ext>
            </a:extLst>
          </p:cNvPr>
          <p:cNvSpPr/>
          <p:nvPr/>
        </p:nvSpPr>
        <p:spPr>
          <a:xfrm>
            <a:off x="8110156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W2</a:t>
            </a:r>
            <a:endParaRPr lang="en-US" sz="600" dirty="0"/>
          </a:p>
        </p:txBody>
      </p:sp>
      <p:sp>
        <p:nvSpPr>
          <p:cNvPr id="221" name="Shape 79">
            <a:extLst>
              <a:ext uri="{FF2B5EF4-FFF2-40B4-BE49-F238E27FC236}">
                <a16:creationId xmlns:a16="http://schemas.microsoft.com/office/drawing/2014/main" id="{8CFF10B5-0E4C-A3D4-49CF-E8CE93262DD6}"/>
              </a:ext>
            </a:extLst>
          </p:cNvPr>
          <p:cNvSpPr/>
          <p:nvPr/>
        </p:nvSpPr>
        <p:spPr>
          <a:xfrm>
            <a:off x="8335898" y="1122426"/>
            <a:ext cx="225743" cy="201168"/>
          </a:xfrm>
          <a:prstGeom prst="rect">
            <a:avLst/>
          </a:prstGeom>
          <a:solidFill>
            <a:srgbClr val="1A3A5C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80">
            <a:extLst>
              <a:ext uri="{FF2B5EF4-FFF2-40B4-BE49-F238E27FC236}">
                <a16:creationId xmlns:a16="http://schemas.microsoft.com/office/drawing/2014/main" id="{1553C382-9B4F-15F2-FA4E-C197F323643B}"/>
              </a:ext>
            </a:extLst>
          </p:cNvPr>
          <p:cNvSpPr/>
          <p:nvPr/>
        </p:nvSpPr>
        <p:spPr>
          <a:xfrm>
            <a:off x="8335898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W3</a:t>
            </a:r>
            <a:endParaRPr lang="en-US" sz="600" dirty="0"/>
          </a:p>
        </p:txBody>
      </p:sp>
      <p:sp>
        <p:nvSpPr>
          <p:cNvPr id="223" name="Shape 81">
            <a:extLst>
              <a:ext uri="{FF2B5EF4-FFF2-40B4-BE49-F238E27FC236}">
                <a16:creationId xmlns:a16="http://schemas.microsoft.com/office/drawing/2014/main" id="{F353D251-072F-1A57-9541-92F4B7E4F551}"/>
              </a:ext>
            </a:extLst>
          </p:cNvPr>
          <p:cNvSpPr/>
          <p:nvPr/>
        </p:nvSpPr>
        <p:spPr>
          <a:xfrm>
            <a:off x="8561641" y="1122426"/>
            <a:ext cx="225743" cy="201168"/>
          </a:xfrm>
          <a:prstGeom prst="rect">
            <a:avLst/>
          </a:prstGeom>
          <a:solidFill>
            <a:srgbClr val="1F4E79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82">
            <a:extLst>
              <a:ext uri="{FF2B5EF4-FFF2-40B4-BE49-F238E27FC236}">
                <a16:creationId xmlns:a16="http://schemas.microsoft.com/office/drawing/2014/main" id="{CFF7108C-C395-9389-3003-6EA104735066}"/>
              </a:ext>
            </a:extLst>
          </p:cNvPr>
          <p:cNvSpPr/>
          <p:nvPr/>
        </p:nvSpPr>
        <p:spPr>
          <a:xfrm>
            <a:off x="8561641" y="1122426"/>
            <a:ext cx="225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W4</a:t>
            </a:r>
            <a:endParaRPr lang="en-US" sz="600" dirty="0"/>
          </a:p>
        </p:txBody>
      </p:sp>
      <p:sp>
        <p:nvSpPr>
          <p:cNvPr id="225" name="Shape 83">
            <a:extLst>
              <a:ext uri="{FF2B5EF4-FFF2-40B4-BE49-F238E27FC236}">
                <a16:creationId xmlns:a16="http://schemas.microsoft.com/office/drawing/2014/main" id="{F23592B4-8050-9A0B-6933-D4A81F4B805F}"/>
              </a:ext>
            </a:extLst>
          </p:cNvPr>
          <p:cNvSpPr/>
          <p:nvPr/>
        </p:nvSpPr>
        <p:spPr>
          <a:xfrm>
            <a:off x="356615" y="1351026"/>
            <a:ext cx="12070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84">
            <a:extLst>
              <a:ext uri="{FF2B5EF4-FFF2-40B4-BE49-F238E27FC236}">
                <a16:creationId xmlns:a16="http://schemas.microsoft.com/office/drawing/2014/main" id="{58233185-4901-0D45-BF0A-59199C656164}"/>
              </a:ext>
            </a:extLst>
          </p:cNvPr>
          <p:cNvSpPr/>
          <p:nvPr/>
        </p:nvSpPr>
        <p:spPr>
          <a:xfrm>
            <a:off x="420623" y="135102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300" dirty="0"/>
          </a:p>
        </p:txBody>
      </p:sp>
      <p:sp>
        <p:nvSpPr>
          <p:cNvPr id="227" name="Shape 85">
            <a:extLst>
              <a:ext uri="{FF2B5EF4-FFF2-40B4-BE49-F238E27FC236}">
                <a16:creationId xmlns:a16="http://schemas.microsoft.com/office/drawing/2014/main" id="{1A66711E-1C26-24FC-4BDC-B553E8FB7F08}"/>
              </a:ext>
            </a:extLst>
          </p:cNvPr>
          <p:cNvSpPr/>
          <p:nvPr/>
        </p:nvSpPr>
        <p:spPr>
          <a:xfrm>
            <a:off x="1563623" y="1351026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86">
            <a:extLst>
              <a:ext uri="{FF2B5EF4-FFF2-40B4-BE49-F238E27FC236}">
                <a16:creationId xmlns:a16="http://schemas.microsoft.com/office/drawing/2014/main" id="{BC79B827-B284-21C4-B5A0-3507BD040313}"/>
              </a:ext>
            </a:extLst>
          </p:cNvPr>
          <p:cNvSpPr/>
          <p:nvPr/>
        </p:nvSpPr>
        <p:spPr>
          <a:xfrm>
            <a:off x="1789366" y="1351026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87">
            <a:extLst>
              <a:ext uri="{FF2B5EF4-FFF2-40B4-BE49-F238E27FC236}">
                <a16:creationId xmlns:a16="http://schemas.microsoft.com/office/drawing/2014/main" id="{978D84BF-CE4A-23B1-17EA-A70B386E4CAB}"/>
              </a:ext>
            </a:extLst>
          </p:cNvPr>
          <p:cNvSpPr/>
          <p:nvPr/>
        </p:nvSpPr>
        <p:spPr>
          <a:xfrm>
            <a:off x="2015108" y="1351026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88">
            <a:extLst>
              <a:ext uri="{FF2B5EF4-FFF2-40B4-BE49-F238E27FC236}">
                <a16:creationId xmlns:a16="http://schemas.microsoft.com/office/drawing/2014/main" id="{98E35497-58AB-A820-40EB-25FF419B7C56}"/>
              </a:ext>
            </a:extLst>
          </p:cNvPr>
          <p:cNvSpPr/>
          <p:nvPr/>
        </p:nvSpPr>
        <p:spPr>
          <a:xfrm>
            <a:off x="2240851" y="1351026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89">
            <a:extLst>
              <a:ext uri="{FF2B5EF4-FFF2-40B4-BE49-F238E27FC236}">
                <a16:creationId xmlns:a16="http://schemas.microsoft.com/office/drawing/2014/main" id="{6791B241-A7BB-E3D6-2E27-FE797C10B314}"/>
              </a:ext>
            </a:extLst>
          </p:cNvPr>
          <p:cNvSpPr/>
          <p:nvPr/>
        </p:nvSpPr>
        <p:spPr>
          <a:xfrm>
            <a:off x="246659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90">
            <a:extLst>
              <a:ext uri="{FF2B5EF4-FFF2-40B4-BE49-F238E27FC236}">
                <a16:creationId xmlns:a16="http://schemas.microsoft.com/office/drawing/2014/main" id="{FF4AA49E-1050-46A6-9607-891279E645FC}"/>
              </a:ext>
            </a:extLst>
          </p:cNvPr>
          <p:cNvSpPr/>
          <p:nvPr/>
        </p:nvSpPr>
        <p:spPr>
          <a:xfrm>
            <a:off x="269233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91">
            <a:extLst>
              <a:ext uri="{FF2B5EF4-FFF2-40B4-BE49-F238E27FC236}">
                <a16:creationId xmlns:a16="http://schemas.microsoft.com/office/drawing/2014/main" id="{D59A6EB5-78E3-3699-361F-479681170B57}"/>
              </a:ext>
            </a:extLst>
          </p:cNvPr>
          <p:cNvSpPr/>
          <p:nvPr/>
        </p:nvSpPr>
        <p:spPr>
          <a:xfrm>
            <a:off x="291807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92">
            <a:extLst>
              <a:ext uri="{FF2B5EF4-FFF2-40B4-BE49-F238E27FC236}">
                <a16:creationId xmlns:a16="http://schemas.microsoft.com/office/drawing/2014/main" id="{951D51B0-1E0E-E9F0-0684-5774418058BD}"/>
              </a:ext>
            </a:extLst>
          </p:cNvPr>
          <p:cNvSpPr/>
          <p:nvPr/>
        </p:nvSpPr>
        <p:spPr>
          <a:xfrm>
            <a:off x="314382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93">
            <a:extLst>
              <a:ext uri="{FF2B5EF4-FFF2-40B4-BE49-F238E27FC236}">
                <a16:creationId xmlns:a16="http://schemas.microsoft.com/office/drawing/2014/main" id="{94300870-7C89-2577-709B-09C53397769C}"/>
              </a:ext>
            </a:extLst>
          </p:cNvPr>
          <p:cNvSpPr/>
          <p:nvPr/>
        </p:nvSpPr>
        <p:spPr>
          <a:xfrm>
            <a:off x="336956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94">
            <a:extLst>
              <a:ext uri="{FF2B5EF4-FFF2-40B4-BE49-F238E27FC236}">
                <a16:creationId xmlns:a16="http://schemas.microsoft.com/office/drawing/2014/main" id="{2713A3D3-4909-C433-632A-5F5FB8195A60}"/>
              </a:ext>
            </a:extLst>
          </p:cNvPr>
          <p:cNvSpPr/>
          <p:nvPr/>
        </p:nvSpPr>
        <p:spPr>
          <a:xfrm>
            <a:off x="359530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95">
            <a:extLst>
              <a:ext uri="{FF2B5EF4-FFF2-40B4-BE49-F238E27FC236}">
                <a16:creationId xmlns:a16="http://schemas.microsoft.com/office/drawing/2014/main" id="{91F0E253-497E-A1D6-8D29-9195C31CA1A1}"/>
              </a:ext>
            </a:extLst>
          </p:cNvPr>
          <p:cNvSpPr/>
          <p:nvPr/>
        </p:nvSpPr>
        <p:spPr>
          <a:xfrm>
            <a:off x="382104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96">
            <a:extLst>
              <a:ext uri="{FF2B5EF4-FFF2-40B4-BE49-F238E27FC236}">
                <a16:creationId xmlns:a16="http://schemas.microsoft.com/office/drawing/2014/main" id="{D1E91117-64CE-4D3A-9D00-7FEAE648733F}"/>
              </a:ext>
            </a:extLst>
          </p:cNvPr>
          <p:cNvSpPr/>
          <p:nvPr/>
        </p:nvSpPr>
        <p:spPr>
          <a:xfrm>
            <a:off x="404679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97">
            <a:extLst>
              <a:ext uri="{FF2B5EF4-FFF2-40B4-BE49-F238E27FC236}">
                <a16:creationId xmlns:a16="http://schemas.microsoft.com/office/drawing/2014/main" id="{0FEE2675-5407-DFA8-EE8A-B8BE7FB315B1}"/>
              </a:ext>
            </a:extLst>
          </p:cNvPr>
          <p:cNvSpPr/>
          <p:nvPr/>
        </p:nvSpPr>
        <p:spPr>
          <a:xfrm>
            <a:off x="427253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98">
            <a:extLst>
              <a:ext uri="{FF2B5EF4-FFF2-40B4-BE49-F238E27FC236}">
                <a16:creationId xmlns:a16="http://schemas.microsoft.com/office/drawing/2014/main" id="{AE181F11-3E74-31B6-3036-2914E93FD764}"/>
              </a:ext>
            </a:extLst>
          </p:cNvPr>
          <p:cNvSpPr/>
          <p:nvPr/>
        </p:nvSpPr>
        <p:spPr>
          <a:xfrm>
            <a:off x="449827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99">
            <a:extLst>
              <a:ext uri="{FF2B5EF4-FFF2-40B4-BE49-F238E27FC236}">
                <a16:creationId xmlns:a16="http://schemas.microsoft.com/office/drawing/2014/main" id="{714D150D-AFA3-5557-9582-50C40A565792}"/>
              </a:ext>
            </a:extLst>
          </p:cNvPr>
          <p:cNvSpPr/>
          <p:nvPr/>
        </p:nvSpPr>
        <p:spPr>
          <a:xfrm>
            <a:off x="472401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100">
            <a:extLst>
              <a:ext uri="{FF2B5EF4-FFF2-40B4-BE49-F238E27FC236}">
                <a16:creationId xmlns:a16="http://schemas.microsoft.com/office/drawing/2014/main" id="{2F79BBEB-7C73-6DC3-012B-108BAFF10398}"/>
              </a:ext>
            </a:extLst>
          </p:cNvPr>
          <p:cNvSpPr/>
          <p:nvPr/>
        </p:nvSpPr>
        <p:spPr>
          <a:xfrm>
            <a:off x="494976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101">
            <a:extLst>
              <a:ext uri="{FF2B5EF4-FFF2-40B4-BE49-F238E27FC236}">
                <a16:creationId xmlns:a16="http://schemas.microsoft.com/office/drawing/2014/main" id="{96C16F5F-9D3E-82CB-B073-5308E0F1089F}"/>
              </a:ext>
            </a:extLst>
          </p:cNvPr>
          <p:cNvSpPr/>
          <p:nvPr/>
        </p:nvSpPr>
        <p:spPr>
          <a:xfrm>
            <a:off x="517550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102">
            <a:extLst>
              <a:ext uri="{FF2B5EF4-FFF2-40B4-BE49-F238E27FC236}">
                <a16:creationId xmlns:a16="http://schemas.microsoft.com/office/drawing/2014/main" id="{8FA4ACEC-6C41-4F00-EAB4-AA5806FC1040}"/>
              </a:ext>
            </a:extLst>
          </p:cNvPr>
          <p:cNvSpPr/>
          <p:nvPr/>
        </p:nvSpPr>
        <p:spPr>
          <a:xfrm>
            <a:off x="540124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103">
            <a:extLst>
              <a:ext uri="{FF2B5EF4-FFF2-40B4-BE49-F238E27FC236}">
                <a16:creationId xmlns:a16="http://schemas.microsoft.com/office/drawing/2014/main" id="{018433EF-1A6A-D558-9C04-81CF17132E9C}"/>
              </a:ext>
            </a:extLst>
          </p:cNvPr>
          <p:cNvSpPr/>
          <p:nvPr/>
        </p:nvSpPr>
        <p:spPr>
          <a:xfrm>
            <a:off x="562698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104">
            <a:extLst>
              <a:ext uri="{FF2B5EF4-FFF2-40B4-BE49-F238E27FC236}">
                <a16:creationId xmlns:a16="http://schemas.microsoft.com/office/drawing/2014/main" id="{F08E1C08-A9C3-3CFE-1CE7-19BB9044DF06}"/>
              </a:ext>
            </a:extLst>
          </p:cNvPr>
          <p:cNvSpPr/>
          <p:nvPr/>
        </p:nvSpPr>
        <p:spPr>
          <a:xfrm>
            <a:off x="585273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105">
            <a:extLst>
              <a:ext uri="{FF2B5EF4-FFF2-40B4-BE49-F238E27FC236}">
                <a16:creationId xmlns:a16="http://schemas.microsoft.com/office/drawing/2014/main" id="{D7B75266-58DD-A607-0229-CB0EC2A4DFDC}"/>
              </a:ext>
            </a:extLst>
          </p:cNvPr>
          <p:cNvSpPr/>
          <p:nvPr/>
        </p:nvSpPr>
        <p:spPr>
          <a:xfrm>
            <a:off x="607847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106">
            <a:extLst>
              <a:ext uri="{FF2B5EF4-FFF2-40B4-BE49-F238E27FC236}">
                <a16:creationId xmlns:a16="http://schemas.microsoft.com/office/drawing/2014/main" id="{1CBE6C5C-FBE0-F99E-A276-CE3F187E8C69}"/>
              </a:ext>
            </a:extLst>
          </p:cNvPr>
          <p:cNvSpPr/>
          <p:nvPr/>
        </p:nvSpPr>
        <p:spPr>
          <a:xfrm>
            <a:off x="630421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107">
            <a:extLst>
              <a:ext uri="{FF2B5EF4-FFF2-40B4-BE49-F238E27FC236}">
                <a16:creationId xmlns:a16="http://schemas.microsoft.com/office/drawing/2014/main" id="{BEBFBDD9-627F-9A91-553A-A81E87610D0F}"/>
              </a:ext>
            </a:extLst>
          </p:cNvPr>
          <p:cNvSpPr/>
          <p:nvPr/>
        </p:nvSpPr>
        <p:spPr>
          <a:xfrm>
            <a:off x="652995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108">
            <a:extLst>
              <a:ext uri="{FF2B5EF4-FFF2-40B4-BE49-F238E27FC236}">
                <a16:creationId xmlns:a16="http://schemas.microsoft.com/office/drawing/2014/main" id="{141BDEF9-AC6B-7AE8-EE8E-F6C01F1EE210}"/>
              </a:ext>
            </a:extLst>
          </p:cNvPr>
          <p:cNvSpPr/>
          <p:nvPr/>
        </p:nvSpPr>
        <p:spPr>
          <a:xfrm>
            <a:off x="675570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109">
            <a:extLst>
              <a:ext uri="{FF2B5EF4-FFF2-40B4-BE49-F238E27FC236}">
                <a16:creationId xmlns:a16="http://schemas.microsoft.com/office/drawing/2014/main" id="{BA041696-FA3F-DFAD-D5C0-78CB924A511B}"/>
              </a:ext>
            </a:extLst>
          </p:cNvPr>
          <p:cNvSpPr/>
          <p:nvPr/>
        </p:nvSpPr>
        <p:spPr>
          <a:xfrm>
            <a:off x="698144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110">
            <a:extLst>
              <a:ext uri="{FF2B5EF4-FFF2-40B4-BE49-F238E27FC236}">
                <a16:creationId xmlns:a16="http://schemas.microsoft.com/office/drawing/2014/main" id="{9201355A-D122-8F72-6FFB-BD4C851B05E5}"/>
              </a:ext>
            </a:extLst>
          </p:cNvPr>
          <p:cNvSpPr/>
          <p:nvPr/>
        </p:nvSpPr>
        <p:spPr>
          <a:xfrm>
            <a:off x="720718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111">
            <a:extLst>
              <a:ext uri="{FF2B5EF4-FFF2-40B4-BE49-F238E27FC236}">
                <a16:creationId xmlns:a16="http://schemas.microsoft.com/office/drawing/2014/main" id="{83F056AC-C996-517D-A05E-EE71161F559D}"/>
              </a:ext>
            </a:extLst>
          </p:cNvPr>
          <p:cNvSpPr/>
          <p:nvPr/>
        </p:nvSpPr>
        <p:spPr>
          <a:xfrm>
            <a:off x="743292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112">
            <a:extLst>
              <a:ext uri="{FF2B5EF4-FFF2-40B4-BE49-F238E27FC236}">
                <a16:creationId xmlns:a16="http://schemas.microsoft.com/office/drawing/2014/main" id="{E17C0AB2-4A9D-C2CB-9C0D-427B78B71C2A}"/>
              </a:ext>
            </a:extLst>
          </p:cNvPr>
          <p:cNvSpPr/>
          <p:nvPr/>
        </p:nvSpPr>
        <p:spPr>
          <a:xfrm>
            <a:off x="765867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113">
            <a:extLst>
              <a:ext uri="{FF2B5EF4-FFF2-40B4-BE49-F238E27FC236}">
                <a16:creationId xmlns:a16="http://schemas.microsoft.com/office/drawing/2014/main" id="{D56C7E95-7B44-273C-7C96-1EB920157714}"/>
              </a:ext>
            </a:extLst>
          </p:cNvPr>
          <p:cNvSpPr/>
          <p:nvPr/>
        </p:nvSpPr>
        <p:spPr>
          <a:xfrm>
            <a:off x="7884413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114">
            <a:extLst>
              <a:ext uri="{FF2B5EF4-FFF2-40B4-BE49-F238E27FC236}">
                <a16:creationId xmlns:a16="http://schemas.microsoft.com/office/drawing/2014/main" id="{32D3062D-46E1-25C0-7E7A-0448E3B22E28}"/>
              </a:ext>
            </a:extLst>
          </p:cNvPr>
          <p:cNvSpPr/>
          <p:nvPr/>
        </p:nvSpPr>
        <p:spPr>
          <a:xfrm>
            <a:off x="8110156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115">
            <a:extLst>
              <a:ext uri="{FF2B5EF4-FFF2-40B4-BE49-F238E27FC236}">
                <a16:creationId xmlns:a16="http://schemas.microsoft.com/office/drawing/2014/main" id="{E188EBCE-295C-4BCC-4AA1-BFEF585C74E0}"/>
              </a:ext>
            </a:extLst>
          </p:cNvPr>
          <p:cNvSpPr/>
          <p:nvPr/>
        </p:nvSpPr>
        <p:spPr>
          <a:xfrm>
            <a:off x="8335898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116">
            <a:extLst>
              <a:ext uri="{FF2B5EF4-FFF2-40B4-BE49-F238E27FC236}">
                <a16:creationId xmlns:a16="http://schemas.microsoft.com/office/drawing/2014/main" id="{9CA2A2F7-6792-4E47-3348-64F49E29E09C}"/>
              </a:ext>
            </a:extLst>
          </p:cNvPr>
          <p:cNvSpPr/>
          <p:nvPr/>
        </p:nvSpPr>
        <p:spPr>
          <a:xfrm>
            <a:off x="8561641" y="1351026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117">
            <a:extLst>
              <a:ext uri="{FF2B5EF4-FFF2-40B4-BE49-F238E27FC236}">
                <a16:creationId xmlns:a16="http://schemas.microsoft.com/office/drawing/2014/main" id="{8B8A50A5-FBBA-57D9-4BEF-1D88B18166F9}"/>
              </a:ext>
            </a:extLst>
          </p:cNvPr>
          <p:cNvSpPr/>
          <p:nvPr/>
        </p:nvSpPr>
        <p:spPr>
          <a:xfrm>
            <a:off x="356615" y="1771650"/>
            <a:ext cx="1207008" cy="420624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118">
            <a:extLst>
              <a:ext uri="{FF2B5EF4-FFF2-40B4-BE49-F238E27FC236}">
                <a16:creationId xmlns:a16="http://schemas.microsoft.com/office/drawing/2014/main" id="{9C4D8FE3-4E76-644D-C286-D085656272D9}"/>
              </a:ext>
            </a:extLst>
          </p:cNvPr>
          <p:cNvSpPr/>
          <p:nvPr/>
        </p:nvSpPr>
        <p:spPr>
          <a:xfrm>
            <a:off x="420623" y="1771650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261" name="Shape 119">
            <a:extLst>
              <a:ext uri="{FF2B5EF4-FFF2-40B4-BE49-F238E27FC236}">
                <a16:creationId xmlns:a16="http://schemas.microsoft.com/office/drawing/2014/main" id="{7E01861B-63A8-08DA-6C0C-71C03AF1DDD3}"/>
              </a:ext>
            </a:extLst>
          </p:cNvPr>
          <p:cNvSpPr/>
          <p:nvPr/>
        </p:nvSpPr>
        <p:spPr>
          <a:xfrm>
            <a:off x="1563623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120">
            <a:extLst>
              <a:ext uri="{FF2B5EF4-FFF2-40B4-BE49-F238E27FC236}">
                <a16:creationId xmlns:a16="http://schemas.microsoft.com/office/drawing/2014/main" id="{FF59015E-F5E1-BE76-8AC1-81561CCB1B89}"/>
              </a:ext>
            </a:extLst>
          </p:cNvPr>
          <p:cNvSpPr/>
          <p:nvPr/>
        </p:nvSpPr>
        <p:spPr>
          <a:xfrm>
            <a:off x="1789366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121">
            <a:extLst>
              <a:ext uri="{FF2B5EF4-FFF2-40B4-BE49-F238E27FC236}">
                <a16:creationId xmlns:a16="http://schemas.microsoft.com/office/drawing/2014/main" id="{4B5553F3-8BD5-CC45-FFAA-0D7A0097143B}"/>
              </a:ext>
            </a:extLst>
          </p:cNvPr>
          <p:cNvSpPr/>
          <p:nvPr/>
        </p:nvSpPr>
        <p:spPr>
          <a:xfrm>
            <a:off x="2015108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122">
            <a:extLst>
              <a:ext uri="{FF2B5EF4-FFF2-40B4-BE49-F238E27FC236}">
                <a16:creationId xmlns:a16="http://schemas.microsoft.com/office/drawing/2014/main" id="{2F280022-53A2-553B-709F-6DBEEBE0466E}"/>
              </a:ext>
            </a:extLst>
          </p:cNvPr>
          <p:cNvSpPr/>
          <p:nvPr/>
        </p:nvSpPr>
        <p:spPr>
          <a:xfrm>
            <a:off x="2240851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123">
            <a:extLst>
              <a:ext uri="{FF2B5EF4-FFF2-40B4-BE49-F238E27FC236}">
                <a16:creationId xmlns:a16="http://schemas.microsoft.com/office/drawing/2014/main" id="{ED787C45-384C-932F-0BC1-2EDFF7ECD75B}"/>
              </a:ext>
            </a:extLst>
          </p:cNvPr>
          <p:cNvSpPr/>
          <p:nvPr/>
        </p:nvSpPr>
        <p:spPr>
          <a:xfrm>
            <a:off x="2466593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124">
            <a:extLst>
              <a:ext uri="{FF2B5EF4-FFF2-40B4-BE49-F238E27FC236}">
                <a16:creationId xmlns:a16="http://schemas.microsoft.com/office/drawing/2014/main" id="{D25C7774-2B3D-CB42-DEED-5D6C14FAD8B6}"/>
              </a:ext>
            </a:extLst>
          </p:cNvPr>
          <p:cNvSpPr/>
          <p:nvPr/>
        </p:nvSpPr>
        <p:spPr>
          <a:xfrm>
            <a:off x="2692336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125">
            <a:extLst>
              <a:ext uri="{FF2B5EF4-FFF2-40B4-BE49-F238E27FC236}">
                <a16:creationId xmlns:a16="http://schemas.microsoft.com/office/drawing/2014/main" id="{8F9874E3-B7BE-4BE8-DCDE-4213C693926E}"/>
              </a:ext>
            </a:extLst>
          </p:cNvPr>
          <p:cNvSpPr/>
          <p:nvPr/>
        </p:nvSpPr>
        <p:spPr>
          <a:xfrm>
            <a:off x="2918078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126">
            <a:extLst>
              <a:ext uri="{FF2B5EF4-FFF2-40B4-BE49-F238E27FC236}">
                <a16:creationId xmlns:a16="http://schemas.microsoft.com/office/drawing/2014/main" id="{DCF95903-4573-ECD6-3295-635927DFB939}"/>
              </a:ext>
            </a:extLst>
          </p:cNvPr>
          <p:cNvSpPr/>
          <p:nvPr/>
        </p:nvSpPr>
        <p:spPr>
          <a:xfrm>
            <a:off x="3143821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127">
            <a:extLst>
              <a:ext uri="{FF2B5EF4-FFF2-40B4-BE49-F238E27FC236}">
                <a16:creationId xmlns:a16="http://schemas.microsoft.com/office/drawing/2014/main" id="{9BAA3F25-49C6-7A1E-C184-30BAD319B2F3}"/>
              </a:ext>
            </a:extLst>
          </p:cNvPr>
          <p:cNvSpPr/>
          <p:nvPr/>
        </p:nvSpPr>
        <p:spPr>
          <a:xfrm>
            <a:off x="3369563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128">
            <a:extLst>
              <a:ext uri="{FF2B5EF4-FFF2-40B4-BE49-F238E27FC236}">
                <a16:creationId xmlns:a16="http://schemas.microsoft.com/office/drawing/2014/main" id="{EEE610DD-9CEE-E1A3-9783-8BC3DE680B6E}"/>
              </a:ext>
            </a:extLst>
          </p:cNvPr>
          <p:cNvSpPr/>
          <p:nvPr/>
        </p:nvSpPr>
        <p:spPr>
          <a:xfrm>
            <a:off x="3595306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129">
            <a:extLst>
              <a:ext uri="{FF2B5EF4-FFF2-40B4-BE49-F238E27FC236}">
                <a16:creationId xmlns:a16="http://schemas.microsoft.com/office/drawing/2014/main" id="{42D9CA44-E7B2-07A1-D37B-38E87B9EB959}"/>
              </a:ext>
            </a:extLst>
          </p:cNvPr>
          <p:cNvSpPr/>
          <p:nvPr/>
        </p:nvSpPr>
        <p:spPr>
          <a:xfrm>
            <a:off x="3821048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130">
            <a:extLst>
              <a:ext uri="{FF2B5EF4-FFF2-40B4-BE49-F238E27FC236}">
                <a16:creationId xmlns:a16="http://schemas.microsoft.com/office/drawing/2014/main" id="{BD0EF5D5-68CF-41AF-6252-3E492273B269}"/>
              </a:ext>
            </a:extLst>
          </p:cNvPr>
          <p:cNvSpPr/>
          <p:nvPr/>
        </p:nvSpPr>
        <p:spPr>
          <a:xfrm>
            <a:off x="4046791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131">
            <a:extLst>
              <a:ext uri="{FF2B5EF4-FFF2-40B4-BE49-F238E27FC236}">
                <a16:creationId xmlns:a16="http://schemas.microsoft.com/office/drawing/2014/main" id="{DA22BB5B-1030-1D8F-F49C-2FB43732EC7E}"/>
              </a:ext>
            </a:extLst>
          </p:cNvPr>
          <p:cNvSpPr/>
          <p:nvPr/>
        </p:nvSpPr>
        <p:spPr>
          <a:xfrm>
            <a:off x="4272533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132">
            <a:extLst>
              <a:ext uri="{FF2B5EF4-FFF2-40B4-BE49-F238E27FC236}">
                <a16:creationId xmlns:a16="http://schemas.microsoft.com/office/drawing/2014/main" id="{3C21CA28-8ADC-4811-1CFE-7FA9E568E4B7}"/>
              </a:ext>
            </a:extLst>
          </p:cNvPr>
          <p:cNvSpPr/>
          <p:nvPr/>
        </p:nvSpPr>
        <p:spPr>
          <a:xfrm>
            <a:off x="4498276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133">
            <a:extLst>
              <a:ext uri="{FF2B5EF4-FFF2-40B4-BE49-F238E27FC236}">
                <a16:creationId xmlns:a16="http://schemas.microsoft.com/office/drawing/2014/main" id="{E2E17502-15ED-C0D9-FF7A-322D221D3F45}"/>
              </a:ext>
            </a:extLst>
          </p:cNvPr>
          <p:cNvSpPr/>
          <p:nvPr/>
        </p:nvSpPr>
        <p:spPr>
          <a:xfrm>
            <a:off x="4724018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134">
            <a:extLst>
              <a:ext uri="{FF2B5EF4-FFF2-40B4-BE49-F238E27FC236}">
                <a16:creationId xmlns:a16="http://schemas.microsoft.com/office/drawing/2014/main" id="{7059FADD-7C6B-E072-226B-1F32B0CDDE3E}"/>
              </a:ext>
            </a:extLst>
          </p:cNvPr>
          <p:cNvSpPr/>
          <p:nvPr/>
        </p:nvSpPr>
        <p:spPr>
          <a:xfrm>
            <a:off x="4949761" y="1771650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135">
            <a:extLst>
              <a:ext uri="{FF2B5EF4-FFF2-40B4-BE49-F238E27FC236}">
                <a16:creationId xmlns:a16="http://schemas.microsoft.com/office/drawing/2014/main" id="{1ADDE3E6-F578-3763-0963-E9BBE9EFA817}"/>
              </a:ext>
            </a:extLst>
          </p:cNvPr>
          <p:cNvSpPr/>
          <p:nvPr/>
        </p:nvSpPr>
        <p:spPr>
          <a:xfrm>
            <a:off x="5175503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136">
            <a:extLst>
              <a:ext uri="{FF2B5EF4-FFF2-40B4-BE49-F238E27FC236}">
                <a16:creationId xmlns:a16="http://schemas.microsoft.com/office/drawing/2014/main" id="{5717E6F5-A5D4-3C1C-8630-51CE82D50FA9}"/>
              </a:ext>
            </a:extLst>
          </p:cNvPr>
          <p:cNvSpPr/>
          <p:nvPr/>
        </p:nvSpPr>
        <p:spPr>
          <a:xfrm>
            <a:off x="5401246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137">
            <a:extLst>
              <a:ext uri="{FF2B5EF4-FFF2-40B4-BE49-F238E27FC236}">
                <a16:creationId xmlns:a16="http://schemas.microsoft.com/office/drawing/2014/main" id="{5A3B6750-C4BD-1329-F6C4-7DE20BDB7ED2}"/>
              </a:ext>
            </a:extLst>
          </p:cNvPr>
          <p:cNvSpPr/>
          <p:nvPr/>
        </p:nvSpPr>
        <p:spPr>
          <a:xfrm>
            <a:off x="5626988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138">
            <a:extLst>
              <a:ext uri="{FF2B5EF4-FFF2-40B4-BE49-F238E27FC236}">
                <a16:creationId xmlns:a16="http://schemas.microsoft.com/office/drawing/2014/main" id="{70633017-7768-CCCE-A498-DF85E6AC9905}"/>
              </a:ext>
            </a:extLst>
          </p:cNvPr>
          <p:cNvSpPr/>
          <p:nvPr/>
        </p:nvSpPr>
        <p:spPr>
          <a:xfrm>
            <a:off x="5852731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139">
            <a:extLst>
              <a:ext uri="{FF2B5EF4-FFF2-40B4-BE49-F238E27FC236}">
                <a16:creationId xmlns:a16="http://schemas.microsoft.com/office/drawing/2014/main" id="{0389ED05-808E-E5F8-43A0-A0A2FA227DDF}"/>
              </a:ext>
            </a:extLst>
          </p:cNvPr>
          <p:cNvSpPr/>
          <p:nvPr/>
        </p:nvSpPr>
        <p:spPr>
          <a:xfrm>
            <a:off x="6078473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140">
            <a:extLst>
              <a:ext uri="{FF2B5EF4-FFF2-40B4-BE49-F238E27FC236}">
                <a16:creationId xmlns:a16="http://schemas.microsoft.com/office/drawing/2014/main" id="{0C529B25-0ABA-8257-9447-A1BBCEB2841C}"/>
              </a:ext>
            </a:extLst>
          </p:cNvPr>
          <p:cNvSpPr/>
          <p:nvPr/>
        </p:nvSpPr>
        <p:spPr>
          <a:xfrm>
            <a:off x="6304216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141">
            <a:extLst>
              <a:ext uri="{FF2B5EF4-FFF2-40B4-BE49-F238E27FC236}">
                <a16:creationId xmlns:a16="http://schemas.microsoft.com/office/drawing/2014/main" id="{C76128F1-7506-5488-FC72-D5D54DF6F6DE}"/>
              </a:ext>
            </a:extLst>
          </p:cNvPr>
          <p:cNvSpPr/>
          <p:nvPr/>
        </p:nvSpPr>
        <p:spPr>
          <a:xfrm>
            <a:off x="6529958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142">
            <a:extLst>
              <a:ext uri="{FF2B5EF4-FFF2-40B4-BE49-F238E27FC236}">
                <a16:creationId xmlns:a16="http://schemas.microsoft.com/office/drawing/2014/main" id="{266F3308-3BA6-FA2E-74A9-9C9CA8473A46}"/>
              </a:ext>
            </a:extLst>
          </p:cNvPr>
          <p:cNvSpPr/>
          <p:nvPr/>
        </p:nvSpPr>
        <p:spPr>
          <a:xfrm>
            <a:off x="6755701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143">
            <a:extLst>
              <a:ext uri="{FF2B5EF4-FFF2-40B4-BE49-F238E27FC236}">
                <a16:creationId xmlns:a16="http://schemas.microsoft.com/office/drawing/2014/main" id="{F024433F-F652-8878-E68F-0B005FE39478}"/>
              </a:ext>
            </a:extLst>
          </p:cNvPr>
          <p:cNvSpPr/>
          <p:nvPr/>
        </p:nvSpPr>
        <p:spPr>
          <a:xfrm>
            <a:off x="6981443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144">
            <a:extLst>
              <a:ext uri="{FF2B5EF4-FFF2-40B4-BE49-F238E27FC236}">
                <a16:creationId xmlns:a16="http://schemas.microsoft.com/office/drawing/2014/main" id="{53FC620A-C589-29E1-C074-B268E5C908A9}"/>
              </a:ext>
            </a:extLst>
          </p:cNvPr>
          <p:cNvSpPr/>
          <p:nvPr/>
        </p:nvSpPr>
        <p:spPr>
          <a:xfrm>
            <a:off x="7207186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145">
            <a:extLst>
              <a:ext uri="{FF2B5EF4-FFF2-40B4-BE49-F238E27FC236}">
                <a16:creationId xmlns:a16="http://schemas.microsoft.com/office/drawing/2014/main" id="{81859DAE-F0F4-5EE2-E186-EBD4EEE3675B}"/>
              </a:ext>
            </a:extLst>
          </p:cNvPr>
          <p:cNvSpPr/>
          <p:nvPr/>
        </p:nvSpPr>
        <p:spPr>
          <a:xfrm>
            <a:off x="7432928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146">
            <a:extLst>
              <a:ext uri="{FF2B5EF4-FFF2-40B4-BE49-F238E27FC236}">
                <a16:creationId xmlns:a16="http://schemas.microsoft.com/office/drawing/2014/main" id="{F83D213F-3FE7-1166-1700-6E99E1413BAF}"/>
              </a:ext>
            </a:extLst>
          </p:cNvPr>
          <p:cNvSpPr/>
          <p:nvPr/>
        </p:nvSpPr>
        <p:spPr>
          <a:xfrm>
            <a:off x="7658671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147">
            <a:extLst>
              <a:ext uri="{FF2B5EF4-FFF2-40B4-BE49-F238E27FC236}">
                <a16:creationId xmlns:a16="http://schemas.microsoft.com/office/drawing/2014/main" id="{9A635AAB-09B7-83A8-FC62-29BCDC7C244A}"/>
              </a:ext>
            </a:extLst>
          </p:cNvPr>
          <p:cNvSpPr/>
          <p:nvPr/>
        </p:nvSpPr>
        <p:spPr>
          <a:xfrm>
            <a:off x="7884413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148">
            <a:extLst>
              <a:ext uri="{FF2B5EF4-FFF2-40B4-BE49-F238E27FC236}">
                <a16:creationId xmlns:a16="http://schemas.microsoft.com/office/drawing/2014/main" id="{C500D10F-177B-43AA-EA45-AA3F28A1B460}"/>
              </a:ext>
            </a:extLst>
          </p:cNvPr>
          <p:cNvSpPr/>
          <p:nvPr/>
        </p:nvSpPr>
        <p:spPr>
          <a:xfrm>
            <a:off x="8110156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149">
            <a:extLst>
              <a:ext uri="{FF2B5EF4-FFF2-40B4-BE49-F238E27FC236}">
                <a16:creationId xmlns:a16="http://schemas.microsoft.com/office/drawing/2014/main" id="{79692FCD-D498-5316-D748-06B210623BB2}"/>
              </a:ext>
            </a:extLst>
          </p:cNvPr>
          <p:cNvSpPr/>
          <p:nvPr/>
        </p:nvSpPr>
        <p:spPr>
          <a:xfrm>
            <a:off x="8335898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150">
            <a:extLst>
              <a:ext uri="{FF2B5EF4-FFF2-40B4-BE49-F238E27FC236}">
                <a16:creationId xmlns:a16="http://schemas.microsoft.com/office/drawing/2014/main" id="{07959AAE-B74C-B0D2-C262-2A5B7310BD73}"/>
              </a:ext>
            </a:extLst>
          </p:cNvPr>
          <p:cNvSpPr/>
          <p:nvPr/>
        </p:nvSpPr>
        <p:spPr>
          <a:xfrm>
            <a:off x="8561641" y="1771650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151">
            <a:extLst>
              <a:ext uri="{FF2B5EF4-FFF2-40B4-BE49-F238E27FC236}">
                <a16:creationId xmlns:a16="http://schemas.microsoft.com/office/drawing/2014/main" id="{1AEBD2ED-6B8F-80CB-4D18-4178E05BADC3}"/>
              </a:ext>
            </a:extLst>
          </p:cNvPr>
          <p:cNvSpPr/>
          <p:nvPr/>
        </p:nvSpPr>
        <p:spPr>
          <a:xfrm>
            <a:off x="356615" y="2192274"/>
            <a:ext cx="12070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Text 152">
            <a:extLst>
              <a:ext uri="{FF2B5EF4-FFF2-40B4-BE49-F238E27FC236}">
                <a16:creationId xmlns:a16="http://schemas.microsoft.com/office/drawing/2014/main" id="{F55D52EC-B1C6-5DAC-FC0E-AA76FB2A222A}"/>
              </a:ext>
            </a:extLst>
          </p:cNvPr>
          <p:cNvSpPr/>
          <p:nvPr/>
        </p:nvSpPr>
        <p:spPr>
          <a:xfrm>
            <a:off x="420623" y="219227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295" name="Shape 153">
            <a:extLst>
              <a:ext uri="{FF2B5EF4-FFF2-40B4-BE49-F238E27FC236}">
                <a16:creationId xmlns:a16="http://schemas.microsoft.com/office/drawing/2014/main" id="{5BC48F39-4484-6C9A-1862-FBFEDFBB3575}"/>
              </a:ext>
            </a:extLst>
          </p:cNvPr>
          <p:cNvSpPr/>
          <p:nvPr/>
        </p:nvSpPr>
        <p:spPr>
          <a:xfrm>
            <a:off x="1563623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154">
            <a:extLst>
              <a:ext uri="{FF2B5EF4-FFF2-40B4-BE49-F238E27FC236}">
                <a16:creationId xmlns:a16="http://schemas.microsoft.com/office/drawing/2014/main" id="{F0280F76-8C60-C14A-E2B8-CE40A68E9DCE}"/>
              </a:ext>
            </a:extLst>
          </p:cNvPr>
          <p:cNvSpPr/>
          <p:nvPr/>
        </p:nvSpPr>
        <p:spPr>
          <a:xfrm>
            <a:off x="1789366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155">
            <a:extLst>
              <a:ext uri="{FF2B5EF4-FFF2-40B4-BE49-F238E27FC236}">
                <a16:creationId xmlns:a16="http://schemas.microsoft.com/office/drawing/2014/main" id="{61E5B282-490D-754A-61D6-B09E40B3A27D}"/>
              </a:ext>
            </a:extLst>
          </p:cNvPr>
          <p:cNvSpPr/>
          <p:nvPr/>
        </p:nvSpPr>
        <p:spPr>
          <a:xfrm>
            <a:off x="2015108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156">
            <a:extLst>
              <a:ext uri="{FF2B5EF4-FFF2-40B4-BE49-F238E27FC236}">
                <a16:creationId xmlns:a16="http://schemas.microsoft.com/office/drawing/2014/main" id="{3118E8D5-A686-C5E1-874F-20851F280026}"/>
              </a:ext>
            </a:extLst>
          </p:cNvPr>
          <p:cNvSpPr/>
          <p:nvPr/>
        </p:nvSpPr>
        <p:spPr>
          <a:xfrm>
            <a:off x="2240851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157">
            <a:extLst>
              <a:ext uri="{FF2B5EF4-FFF2-40B4-BE49-F238E27FC236}">
                <a16:creationId xmlns:a16="http://schemas.microsoft.com/office/drawing/2014/main" id="{0BB41A20-C5E8-9E0C-9923-57710D264805}"/>
              </a:ext>
            </a:extLst>
          </p:cNvPr>
          <p:cNvSpPr/>
          <p:nvPr/>
        </p:nvSpPr>
        <p:spPr>
          <a:xfrm>
            <a:off x="2466593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158">
            <a:extLst>
              <a:ext uri="{FF2B5EF4-FFF2-40B4-BE49-F238E27FC236}">
                <a16:creationId xmlns:a16="http://schemas.microsoft.com/office/drawing/2014/main" id="{69897CEF-CCC9-9112-223B-DC28158C6D18}"/>
              </a:ext>
            </a:extLst>
          </p:cNvPr>
          <p:cNvSpPr/>
          <p:nvPr/>
        </p:nvSpPr>
        <p:spPr>
          <a:xfrm>
            <a:off x="2692336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159">
            <a:extLst>
              <a:ext uri="{FF2B5EF4-FFF2-40B4-BE49-F238E27FC236}">
                <a16:creationId xmlns:a16="http://schemas.microsoft.com/office/drawing/2014/main" id="{A49F12DB-A433-580B-729E-D941C25A97E8}"/>
              </a:ext>
            </a:extLst>
          </p:cNvPr>
          <p:cNvSpPr/>
          <p:nvPr/>
        </p:nvSpPr>
        <p:spPr>
          <a:xfrm>
            <a:off x="2918078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160">
            <a:extLst>
              <a:ext uri="{FF2B5EF4-FFF2-40B4-BE49-F238E27FC236}">
                <a16:creationId xmlns:a16="http://schemas.microsoft.com/office/drawing/2014/main" id="{F5CA4EF5-0FA4-1D5C-C984-84C281AE45BD}"/>
              </a:ext>
            </a:extLst>
          </p:cNvPr>
          <p:cNvSpPr/>
          <p:nvPr/>
        </p:nvSpPr>
        <p:spPr>
          <a:xfrm>
            <a:off x="3143821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161">
            <a:extLst>
              <a:ext uri="{FF2B5EF4-FFF2-40B4-BE49-F238E27FC236}">
                <a16:creationId xmlns:a16="http://schemas.microsoft.com/office/drawing/2014/main" id="{45D557E1-3CBC-49C6-1080-87B000AAB2D4}"/>
              </a:ext>
            </a:extLst>
          </p:cNvPr>
          <p:cNvSpPr/>
          <p:nvPr/>
        </p:nvSpPr>
        <p:spPr>
          <a:xfrm>
            <a:off x="3369563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162">
            <a:extLst>
              <a:ext uri="{FF2B5EF4-FFF2-40B4-BE49-F238E27FC236}">
                <a16:creationId xmlns:a16="http://schemas.microsoft.com/office/drawing/2014/main" id="{3F3540FB-43ED-2599-9A8C-0873326FD974}"/>
              </a:ext>
            </a:extLst>
          </p:cNvPr>
          <p:cNvSpPr/>
          <p:nvPr/>
        </p:nvSpPr>
        <p:spPr>
          <a:xfrm>
            <a:off x="3595306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163">
            <a:extLst>
              <a:ext uri="{FF2B5EF4-FFF2-40B4-BE49-F238E27FC236}">
                <a16:creationId xmlns:a16="http://schemas.microsoft.com/office/drawing/2014/main" id="{4DDC3287-C7C7-ED51-5F5F-8CA7298B35E1}"/>
              </a:ext>
            </a:extLst>
          </p:cNvPr>
          <p:cNvSpPr/>
          <p:nvPr/>
        </p:nvSpPr>
        <p:spPr>
          <a:xfrm>
            <a:off x="3821048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164">
            <a:extLst>
              <a:ext uri="{FF2B5EF4-FFF2-40B4-BE49-F238E27FC236}">
                <a16:creationId xmlns:a16="http://schemas.microsoft.com/office/drawing/2014/main" id="{279A7C07-19CF-56BE-E9C8-323DFBB693EE}"/>
              </a:ext>
            </a:extLst>
          </p:cNvPr>
          <p:cNvSpPr/>
          <p:nvPr/>
        </p:nvSpPr>
        <p:spPr>
          <a:xfrm>
            <a:off x="4046791" y="2192274"/>
            <a:ext cx="225743" cy="420624"/>
          </a:xfrm>
          <a:prstGeom prst="rect">
            <a:avLst/>
          </a:prstGeom>
          <a:solidFill>
            <a:srgbClr val="1565C0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165">
            <a:extLst>
              <a:ext uri="{FF2B5EF4-FFF2-40B4-BE49-F238E27FC236}">
                <a16:creationId xmlns:a16="http://schemas.microsoft.com/office/drawing/2014/main" id="{B4290CF4-DCB6-4B39-5743-3831FC742C87}"/>
              </a:ext>
            </a:extLst>
          </p:cNvPr>
          <p:cNvSpPr/>
          <p:nvPr/>
        </p:nvSpPr>
        <p:spPr>
          <a:xfrm>
            <a:off x="4272533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166">
            <a:extLst>
              <a:ext uri="{FF2B5EF4-FFF2-40B4-BE49-F238E27FC236}">
                <a16:creationId xmlns:a16="http://schemas.microsoft.com/office/drawing/2014/main" id="{71B44041-1951-6B00-8C00-92E6BF8DC350}"/>
              </a:ext>
            </a:extLst>
          </p:cNvPr>
          <p:cNvSpPr/>
          <p:nvPr/>
        </p:nvSpPr>
        <p:spPr>
          <a:xfrm>
            <a:off x="4498276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167">
            <a:extLst>
              <a:ext uri="{FF2B5EF4-FFF2-40B4-BE49-F238E27FC236}">
                <a16:creationId xmlns:a16="http://schemas.microsoft.com/office/drawing/2014/main" id="{80FE21DC-739C-D2B1-426F-6C569AD1B4D8}"/>
              </a:ext>
            </a:extLst>
          </p:cNvPr>
          <p:cNvSpPr/>
          <p:nvPr/>
        </p:nvSpPr>
        <p:spPr>
          <a:xfrm>
            <a:off x="4724018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168">
            <a:extLst>
              <a:ext uri="{FF2B5EF4-FFF2-40B4-BE49-F238E27FC236}">
                <a16:creationId xmlns:a16="http://schemas.microsoft.com/office/drawing/2014/main" id="{67C88552-4686-5EA8-BEF3-9352CD7F9C3D}"/>
              </a:ext>
            </a:extLst>
          </p:cNvPr>
          <p:cNvSpPr/>
          <p:nvPr/>
        </p:nvSpPr>
        <p:spPr>
          <a:xfrm>
            <a:off x="4949761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169">
            <a:extLst>
              <a:ext uri="{FF2B5EF4-FFF2-40B4-BE49-F238E27FC236}">
                <a16:creationId xmlns:a16="http://schemas.microsoft.com/office/drawing/2014/main" id="{ECEB0038-BA16-F815-4F02-3E06C2880755}"/>
              </a:ext>
            </a:extLst>
          </p:cNvPr>
          <p:cNvSpPr/>
          <p:nvPr/>
        </p:nvSpPr>
        <p:spPr>
          <a:xfrm>
            <a:off x="5175503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170">
            <a:extLst>
              <a:ext uri="{FF2B5EF4-FFF2-40B4-BE49-F238E27FC236}">
                <a16:creationId xmlns:a16="http://schemas.microsoft.com/office/drawing/2014/main" id="{241FE8DD-5411-D74F-A8A5-87304205804D}"/>
              </a:ext>
            </a:extLst>
          </p:cNvPr>
          <p:cNvSpPr/>
          <p:nvPr/>
        </p:nvSpPr>
        <p:spPr>
          <a:xfrm>
            <a:off x="5401246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171">
            <a:extLst>
              <a:ext uri="{FF2B5EF4-FFF2-40B4-BE49-F238E27FC236}">
                <a16:creationId xmlns:a16="http://schemas.microsoft.com/office/drawing/2014/main" id="{8F055369-5308-632C-58AB-75092A30059C}"/>
              </a:ext>
            </a:extLst>
          </p:cNvPr>
          <p:cNvSpPr/>
          <p:nvPr/>
        </p:nvSpPr>
        <p:spPr>
          <a:xfrm>
            <a:off x="5626988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172">
            <a:extLst>
              <a:ext uri="{FF2B5EF4-FFF2-40B4-BE49-F238E27FC236}">
                <a16:creationId xmlns:a16="http://schemas.microsoft.com/office/drawing/2014/main" id="{B7722D6E-7BEA-14D0-A29F-03FA6D7562CA}"/>
              </a:ext>
            </a:extLst>
          </p:cNvPr>
          <p:cNvSpPr/>
          <p:nvPr/>
        </p:nvSpPr>
        <p:spPr>
          <a:xfrm>
            <a:off x="5852731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173">
            <a:extLst>
              <a:ext uri="{FF2B5EF4-FFF2-40B4-BE49-F238E27FC236}">
                <a16:creationId xmlns:a16="http://schemas.microsoft.com/office/drawing/2014/main" id="{472F9B6E-83AE-0EC3-1186-BCB2939EBA84}"/>
              </a:ext>
            </a:extLst>
          </p:cNvPr>
          <p:cNvSpPr/>
          <p:nvPr/>
        </p:nvSpPr>
        <p:spPr>
          <a:xfrm>
            <a:off x="6078473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174">
            <a:extLst>
              <a:ext uri="{FF2B5EF4-FFF2-40B4-BE49-F238E27FC236}">
                <a16:creationId xmlns:a16="http://schemas.microsoft.com/office/drawing/2014/main" id="{17AF56B3-C514-8B53-79ED-24537B60DB7A}"/>
              </a:ext>
            </a:extLst>
          </p:cNvPr>
          <p:cNvSpPr/>
          <p:nvPr/>
        </p:nvSpPr>
        <p:spPr>
          <a:xfrm>
            <a:off x="6304216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175">
            <a:extLst>
              <a:ext uri="{FF2B5EF4-FFF2-40B4-BE49-F238E27FC236}">
                <a16:creationId xmlns:a16="http://schemas.microsoft.com/office/drawing/2014/main" id="{FEA8A305-0731-2656-8963-FCC90988D571}"/>
              </a:ext>
            </a:extLst>
          </p:cNvPr>
          <p:cNvSpPr/>
          <p:nvPr/>
        </p:nvSpPr>
        <p:spPr>
          <a:xfrm>
            <a:off x="6529958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176">
            <a:extLst>
              <a:ext uri="{FF2B5EF4-FFF2-40B4-BE49-F238E27FC236}">
                <a16:creationId xmlns:a16="http://schemas.microsoft.com/office/drawing/2014/main" id="{35E34350-6463-917D-B19A-375ACD64042E}"/>
              </a:ext>
            </a:extLst>
          </p:cNvPr>
          <p:cNvSpPr/>
          <p:nvPr/>
        </p:nvSpPr>
        <p:spPr>
          <a:xfrm>
            <a:off x="6755701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177">
            <a:extLst>
              <a:ext uri="{FF2B5EF4-FFF2-40B4-BE49-F238E27FC236}">
                <a16:creationId xmlns:a16="http://schemas.microsoft.com/office/drawing/2014/main" id="{DEFE3F68-6562-3281-2A26-72A19DED356C}"/>
              </a:ext>
            </a:extLst>
          </p:cNvPr>
          <p:cNvSpPr/>
          <p:nvPr/>
        </p:nvSpPr>
        <p:spPr>
          <a:xfrm>
            <a:off x="6981443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178">
            <a:extLst>
              <a:ext uri="{FF2B5EF4-FFF2-40B4-BE49-F238E27FC236}">
                <a16:creationId xmlns:a16="http://schemas.microsoft.com/office/drawing/2014/main" id="{348EE179-FA4C-FAA5-E598-C837CE131933}"/>
              </a:ext>
            </a:extLst>
          </p:cNvPr>
          <p:cNvSpPr/>
          <p:nvPr/>
        </p:nvSpPr>
        <p:spPr>
          <a:xfrm>
            <a:off x="7207186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179">
            <a:extLst>
              <a:ext uri="{FF2B5EF4-FFF2-40B4-BE49-F238E27FC236}">
                <a16:creationId xmlns:a16="http://schemas.microsoft.com/office/drawing/2014/main" id="{FCF2F096-57AB-C10A-760B-06D20DF65007}"/>
              </a:ext>
            </a:extLst>
          </p:cNvPr>
          <p:cNvSpPr/>
          <p:nvPr/>
        </p:nvSpPr>
        <p:spPr>
          <a:xfrm>
            <a:off x="7432928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180">
            <a:extLst>
              <a:ext uri="{FF2B5EF4-FFF2-40B4-BE49-F238E27FC236}">
                <a16:creationId xmlns:a16="http://schemas.microsoft.com/office/drawing/2014/main" id="{61AD03C9-7AF2-720D-8DD5-17EEEE0DE1AE}"/>
              </a:ext>
            </a:extLst>
          </p:cNvPr>
          <p:cNvSpPr/>
          <p:nvPr/>
        </p:nvSpPr>
        <p:spPr>
          <a:xfrm>
            <a:off x="7658671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181">
            <a:extLst>
              <a:ext uri="{FF2B5EF4-FFF2-40B4-BE49-F238E27FC236}">
                <a16:creationId xmlns:a16="http://schemas.microsoft.com/office/drawing/2014/main" id="{9BAF59F6-AF63-6DEE-6480-713FBAFB9562}"/>
              </a:ext>
            </a:extLst>
          </p:cNvPr>
          <p:cNvSpPr/>
          <p:nvPr/>
        </p:nvSpPr>
        <p:spPr>
          <a:xfrm>
            <a:off x="7884413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182">
            <a:extLst>
              <a:ext uri="{FF2B5EF4-FFF2-40B4-BE49-F238E27FC236}">
                <a16:creationId xmlns:a16="http://schemas.microsoft.com/office/drawing/2014/main" id="{FF73C518-808C-736A-AF96-4D112F73593D}"/>
              </a:ext>
            </a:extLst>
          </p:cNvPr>
          <p:cNvSpPr/>
          <p:nvPr/>
        </p:nvSpPr>
        <p:spPr>
          <a:xfrm>
            <a:off x="8110156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183">
            <a:extLst>
              <a:ext uri="{FF2B5EF4-FFF2-40B4-BE49-F238E27FC236}">
                <a16:creationId xmlns:a16="http://schemas.microsoft.com/office/drawing/2014/main" id="{68A1C746-1C0A-E0A7-DD0B-3D2A32D1FB3D}"/>
              </a:ext>
            </a:extLst>
          </p:cNvPr>
          <p:cNvSpPr/>
          <p:nvPr/>
        </p:nvSpPr>
        <p:spPr>
          <a:xfrm>
            <a:off x="8335898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184">
            <a:extLst>
              <a:ext uri="{FF2B5EF4-FFF2-40B4-BE49-F238E27FC236}">
                <a16:creationId xmlns:a16="http://schemas.microsoft.com/office/drawing/2014/main" id="{15389546-CEDC-62D0-5041-A63FC774BA1F}"/>
              </a:ext>
            </a:extLst>
          </p:cNvPr>
          <p:cNvSpPr/>
          <p:nvPr/>
        </p:nvSpPr>
        <p:spPr>
          <a:xfrm>
            <a:off x="8561641" y="2192274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185">
            <a:extLst>
              <a:ext uri="{FF2B5EF4-FFF2-40B4-BE49-F238E27FC236}">
                <a16:creationId xmlns:a16="http://schemas.microsoft.com/office/drawing/2014/main" id="{A4F31737-B129-2231-BE09-93691A553011}"/>
              </a:ext>
            </a:extLst>
          </p:cNvPr>
          <p:cNvSpPr/>
          <p:nvPr/>
        </p:nvSpPr>
        <p:spPr>
          <a:xfrm>
            <a:off x="356615" y="2612898"/>
            <a:ext cx="1207008" cy="420624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Text 186">
            <a:extLst>
              <a:ext uri="{FF2B5EF4-FFF2-40B4-BE49-F238E27FC236}">
                <a16:creationId xmlns:a16="http://schemas.microsoft.com/office/drawing/2014/main" id="{53CACA91-1BF4-6C59-5022-18B3C55B24B1}"/>
              </a:ext>
            </a:extLst>
          </p:cNvPr>
          <p:cNvSpPr/>
          <p:nvPr/>
        </p:nvSpPr>
        <p:spPr>
          <a:xfrm>
            <a:off x="420623" y="261289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29" name="Shape 187">
            <a:extLst>
              <a:ext uri="{FF2B5EF4-FFF2-40B4-BE49-F238E27FC236}">
                <a16:creationId xmlns:a16="http://schemas.microsoft.com/office/drawing/2014/main" id="{90C7E17A-DDFB-4415-1716-80DF3CF0280E}"/>
              </a:ext>
            </a:extLst>
          </p:cNvPr>
          <p:cNvSpPr/>
          <p:nvPr/>
        </p:nvSpPr>
        <p:spPr>
          <a:xfrm>
            <a:off x="1563623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188">
            <a:extLst>
              <a:ext uri="{FF2B5EF4-FFF2-40B4-BE49-F238E27FC236}">
                <a16:creationId xmlns:a16="http://schemas.microsoft.com/office/drawing/2014/main" id="{B0BA6A26-1987-AFF5-DA1A-D2DBE24A14A9}"/>
              </a:ext>
            </a:extLst>
          </p:cNvPr>
          <p:cNvSpPr/>
          <p:nvPr/>
        </p:nvSpPr>
        <p:spPr>
          <a:xfrm>
            <a:off x="1789366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189">
            <a:extLst>
              <a:ext uri="{FF2B5EF4-FFF2-40B4-BE49-F238E27FC236}">
                <a16:creationId xmlns:a16="http://schemas.microsoft.com/office/drawing/2014/main" id="{9281305E-DE56-09AB-0288-1B9288C1DF7E}"/>
              </a:ext>
            </a:extLst>
          </p:cNvPr>
          <p:cNvSpPr/>
          <p:nvPr/>
        </p:nvSpPr>
        <p:spPr>
          <a:xfrm>
            <a:off x="2015108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190">
            <a:extLst>
              <a:ext uri="{FF2B5EF4-FFF2-40B4-BE49-F238E27FC236}">
                <a16:creationId xmlns:a16="http://schemas.microsoft.com/office/drawing/2014/main" id="{86EB1DC6-E1FA-EA14-7C8A-A43DB939AB3F}"/>
              </a:ext>
            </a:extLst>
          </p:cNvPr>
          <p:cNvSpPr/>
          <p:nvPr/>
        </p:nvSpPr>
        <p:spPr>
          <a:xfrm>
            <a:off x="2240851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191">
            <a:extLst>
              <a:ext uri="{FF2B5EF4-FFF2-40B4-BE49-F238E27FC236}">
                <a16:creationId xmlns:a16="http://schemas.microsoft.com/office/drawing/2014/main" id="{8FE858E7-AE3D-B60B-11F4-A8F00C8E70D0}"/>
              </a:ext>
            </a:extLst>
          </p:cNvPr>
          <p:cNvSpPr/>
          <p:nvPr/>
        </p:nvSpPr>
        <p:spPr>
          <a:xfrm>
            <a:off x="2466593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192">
            <a:extLst>
              <a:ext uri="{FF2B5EF4-FFF2-40B4-BE49-F238E27FC236}">
                <a16:creationId xmlns:a16="http://schemas.microsoft.com/office/drawing/2014/main" id="{547D4405-712E-124F-EFB1-C024BE79EDAC}"/>
              </a:ext>
            </a:extLst>
          </p:cNvPr>
          <p:cNvSpPr/>
          <p:nvPr/>
        </p:nvSpPr>
        <p:spPr>
          <a:xfrm>
            <a:off x="2692336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193">
            <a:extLst>
              <a:ext uri="{FF2B5EF4-FFF2-40B4-BE49-F238E27FC236}">
                <a16:creationId xmlns:a16="http://schemas.microsoft.com/office/drawing/2014/main" id="{75526DCE-B3E2-8E41-0422-E20E7D0BFC11}"/>
              </a:ext>
            </a:extLst>
          </p:cNvPr>
          <p:cNvSpPr/>
          <p:nvPr/>
        </p:nvSpPr>
        <p:spPr>
          <a:xfrm>
            <a:off x="2918078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194">
            <a:extLst>
              <a:ext uri="{FF2B5EF4-FFF2-40B4-BE49-F238E27FC236}">
                <a16:creationId xmlns:a16="http://schemas.microsoft.com/office/drawing/2014/main" id="{BB9E960F-ED64-33F0-46EA-382E974A61C9}"/>
              </a:ext>
            </a:extLst>
          </p:cNvPr>
          <p:cNvSpPr/>
          <p:nvPr/>
        </p:nvSpPr>
        <p:spPr>
          <a:xfrm>
            <a:off x="3143821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195">
            <a:extLst>
              <a:ext uri="{FF2B5EF4-FFF2-40B4-BE49-F238E27FC236}">
                <a16:creationId xmlns:a16="http://schemas.microsoft.com/office/drawing/2014/main" id="{95E7E751-4654-DCE8-9985-8398C299AABA}"/>
              </a:ext>
            </a:extLst>
          </p:cNvPr>
          <p:cNvSpPr/>
          <p:nvPr/>
        </p:nvSpPr>
        <p:spPr>
          <a:xfrm>
            <a:off x="3369563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196">
            <a:extLst>
              <a:ext uri="{FF2B5EF4-FFF2-40B4-BE49-F238E27FC236}">
                <a16:creationId xmlns:a16="http://schemas.microsoft.com/office/drawing/2014/main" id="{7D229B9D-DEA5-29F9-AD3C-8F574B46BA75}"/>
              </a:ext>
            </a:extLst>
          </p:cNvPr>
          <p:cNvSpPr/>
          <p:nvPr/>
        </p:nvSpPr>
        <p:spPr>
          <a:xfrm>
            <a:off x="3595306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197">
            <a:extLst>
              <a:ext uri="{FF2B5EF4-FFF2-40B4-BE49-F238E27FC236}">
                <a16:creationId xmlns:a16="http://schemas.microsoft.com/office/drawing/2014/main" id="{31B29518-6965-096F-4274-F4EBD9CE92ED}"/>
              </a:ext>
            </a:extLst>
          </p:cNvPr>
          <p:cNvSpPr/>
          <p:nvPr/>
        </p:nvSpPr>
        <p:spPr>
          <a:xfrm>
            <a:off x="3821048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198">
            <a:extLst>
              <a:ext uri="{FF2B5EF4-FFF2-40B4-BE49-F238E27FC236}">
                <a16:creationId xmlns:a16="http://schemas.microsoft.com/office/drawing/2014/main" id="{20EC25C3-A520-9CCF-D725-0B69A9547DFB}"/>
              </a:ext>
            </a:extLst>
          </p:cNvPr>
          <p:cNvSpPr/>
          <p:nvPr/>
        </p:nvSpPr>
        <p:spPr>
          <a:xfrm>
            <a:off x="4046791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199">
            <a:extLst>
              <a:ext uri="{FF2B5EF4-FFF2-40B4-BE49-F238E27FC236}">
                <a16:creationId xmlns:a16="http://schemas.microsoft.com/office/drawing/2014/main" id="{63521679-F52B-827B-333B-A1B075310314}"/>
              </a:ext>
            </a:extLst>
          </p:cNvPr>
          <p:cNvSpPr/>
          <p:nvPr/>
        </p:nvSpPr>
        <p:spPr>
          <a:xfrm>
            <a:off x="4272533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200">
            <a:extLst>
              <a:ext uri="{FF2B5EF4-FFF2-40B4-BE49-F238E27FC236}">
                <a16:creationId xmlns:a16="http://schemas.microsoft.com/office/drawing/2014/main" id="{6C7EE42F-69C2-6E2A-D33F-8259D9DE19BC}"/>
              </a:ext>
            </a:extLst>
          </p:cNvPr>
          <p:cNvSpPr/>
          <p:nvPr/>
        </p:nvSpPr>
        <p:spPr>
          <a:xfrm>
            <a:off x="4498276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201">
            <a:extLst>
              <a:ext uri="{FF2B5EF4-FFF2-40B4-BE49-F238E27FC236}">
                <a16:creationId xmlns:a16="http://schemas.microsoft.com/office/drawing/2014/main" id="{45407D15-32C2-829C-67B0-2FC0DE649DBE}"/>
              </a:ext>
            </a:extLst>
          </p:cNvPr>
          <p:cNvSpPr/>
          <p:nvPr/>
        </p:nvSpPr>
        <p:spPr>
          <a:xfrm>
            <a:off x="4724018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202">
            <a:extLst>
              <a:ext uri="{FF2B5EF4-FFF2-40B4-BE49-F238E27FC236}">
                <a16:creationId xmlns:a16="http://schemas.microsoft.com/office/drawing/2014/main" id="{B2B4E9D5-DFD9-37B1-657B-6884DCE9131B}"/>
              </a:ext>
            </a:extLst>
          </p:cNvPr>
          <p:cNvSpPr/>
          <p:nvPr/>
        </p:nvSpPr>
        <p:spPr>
          <a:xfrm>
            <a:off x="4949761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203">
            <a:extLst>
              <a:ext uri="{FF2B5EF4-FFF2-40B4-BE49-F238E27FC236}">
                <a16:creationId xmlns:a16="http://schemas.microsoft.com/office/drawing/2014/main" id="{BB5E8C3C-DE1D-3580-8238-A709A8669D12}"/>
              </a:ext>
            </a:extLst>
          </p:cNvPr>
          <p:cNvSpPr/>
          <p:nvPr/>
        </p:nvSpPr>
        <p:spPr>
          <a:xfrm>
            <a:off x="5175503" y="2612898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204">
            <a:extLst>
              <a:ext uri="{FF2B5EF4-FFF2-40B4-BE49-F238E27FC236}">
                <a16:creationId xmlns:a16="http://schemas.microsoft.com/office/drawing/2014/main" id="{81D47D4D-36D0-B700-5E1A-18D44FB9BCEF}"/>
              </a:ext>
            </a:extLst>
          </p:cNvPr>
          <p:cNvSpPr/>
          <p:nvPr/>
        </p:nvSpPr>
        <p:spPr>
          <a:xfrm>
            <a:off x="5401246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205">
            <a:extLst>
              <a:ext uri="{FF2B5EF4-FFF2-40B4-BE49-F238E27FC236}">
                <a16:creationId xmlns:a16="http://schemas.microsoft.com/office/drawing/2014/main" id="{DBB1443D-34DE-922E-2D8B-C2D162CB139F}"/>
              </a:ext>
            </a:extLst>
          </p:cNvPr>
          <p:cNvSpPr/>
          <p:nvPr/>
        </p:nvSpPr>
        <p:spPr>
          <a:xfrm>
            <a:off x="5626988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206">
            <a:extLst>
              <a:ext uri="{FF2B5EF4-FFF2-40B4-BE49-F238E27FC236}">
                <a16:creationId xmlns:a16="http://schemas.microsoft.com/office/drawing/2014/main" id="{57613D46-31D8-A881-A327-4EDB64C6D4D9}"/>
              </a:ext>
            </a:extLst>
          </p:cNvPr>
          <p:cNvSpPr/>
          <p:nvPr/>
        </p:nvSpPr>
        <p:spPr>
          <a:xfrm>
            <a:off x="5852731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207">
            <a:extLst>
              <a:ext uri="{FF2B5EF4-FFF2-40B4-BE49-F238E27FC236}">
                <a16:creationId xmlns:a16="http://schemas.microsoft.com/office/drawing/2014/main" id="{9FDD4DE0-E773-DCEE-4931-F2BD1D7CDDC7}"/>
              </a:ext>
            </a:extLst>
          </p:cNvPr>
          <p:cNvSpPr/>
          <p:nvPr/>
        </p:nvSpPr>
        <p:spPr>
          <a:xfrm>
            <a:off x="6078473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208">
            <a:extLst>
              <a:ext uri="{FF2B5EF4-FFF2-40B4-BE49-F238E27FC236}">
                <a16:creationId xmlns:a16="http://schemas.microsoft.com/office/drawing/2014/main" id="{2CA48F3F-F024-417C-2B78-9D10FDD4F316}"/>
              </a:ext>
            </a:extLst>
          </p:cNvPr>
          <p:cNvSpPr/>
          <p:nvPr/>
        </p:nvSpPr>
        <p:spPr>
          <a:xfrm>
            <a:off x="6304216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209">
            <a:extLst>
              <a:ext uri="{FF2B5EF4-FFF2-40B4-BE49-F238E27FC236}">
                <a16:creationId xmlns:a16="http://schemas.microsoft.com/office/drawing/2014/main" id="{CD6F544E-A581-0FA9-C2EF-D6A55A8B33F4}"/>
              </a:ext>
            </a:extLst>
          </p:cNvPr>
          <p:cNvSpPr/>
          <p:nvPr/>
        </p:nvSpPr>
        <p:spPr>
          <a:xfrm>
            <a:off x="6529958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210">
            <a:extLst>
              <a:ext uri="{FF2B5EF4-FFF2-40B4-BE49-F238E27FC236}">
                <a16:creationId xmlns:a16="http://schemas.microsoft.com/office/drawing/2014/main" id="{450AE1B7-58BA-26AF-0813-B36492864E2E}"/>
              </a:ext>
            </a:extLst>
          </p:cNvPr>
          <p:cNvSpPr/>
          <p:nvPr/>
        </p:nvSpPr>
        <p:spPr>
          <a:xfrm>
            <a:off x="6755701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211">
            <a:extLst>
              <a:ext uri="{FF2B5EF4-FFF2-40B4-BE49-F238E27FC236}">
                <a16:creationId xmlns:a16="http://schemas.microsoft.com/office/drawing/2014/main" id="{0E507FD9-8C94-5280-3629-60358139BB6A}"/>
              </a:ext>
            </a:extLst>
          </p:cNvPr>
          <p:cNvSpPr/>
          <p:nvPr/>
        </p:nvSpPr>
        <p:spPr>
          <a:xfrm>
            <a:off x="6981443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212">
            <a:extLst>
              <a:ext uri="{FF2B5EF4-FFF2-40B4-BE49-F238E27FC236}">
                <a16:creationId xmlns:a16="http://schemas.microsoft.com/office/drawing/2014/main" id="{DF760FA9-0BA1-3DF7-37A5-E81F6237A591}"/>
              </a:ext>
            </a:extLst>
          </p:cNvPr>
          <p:cNvSpPr/>
          <p:nvPr/>
        </p:nvSpPr>
        <p:spPr>
          <a:xfrm>
            <a:off x="7207186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213">
            <a:extLst>
              <a:ext uri="{FF2B5EF4-FFF2-40B4-BE49-F238E27FC236}">
                <a16:creationId xmlns:a16="http://schemas.microsoft.com/office/drawing/2014/main" id="{6E513EAE-85A0-DED1-C944-63D292FE036D}"/>
              </a:ext>
            </a:extLst>
          </p:cNvPr>
          <p:cNvSpPr/>
          <p:nvPr/>
        </p:nvSpPr>
        <p:spPr>
          <a:xfrm>
            <a:off x="7432928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214">
            <a:extLst>
              <a:ext uri="{FF2B5EF4-FFF2-40B4-BE49-F238E27FC236}">
                <a16:creationId xmlns:a16="http://schemas.microsoft.com/office/drawing/2014/main" id="{3F1225AC-7D9A-9254-C650-86E9EBB3847A}"/>
              </a:ext>
            </a:extLst>
          </p:cNvPr>
          <p:cNvSpPr/>
          <p:nvPr/>
        </p:nvSpPr>
        <p:spPr>
          <a:xfrm>
            <a:off x="7658671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215">
            <a:extLst>
              <a:ext uri="{FF2B5EF4-FFF2-40B4-BE49-F238E27FC236}">
                <a16:creationId xmlns:a16="http://schemas.microsoft.com/office/drawing/2014/main" id="{129A8530-1128-97CF-8D83-88FC7BB1C5FC}"/>
              </a:ext>
            </a:extLst>
          </p:cNvPr>
          <p:cNvSpPr/>
          <p:nvPr/>
        </p:nvSpPr>
        <p:spPr>
          <a:xfrm>
            <a:off x="7884413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216">
            <a:extLst>
              <a:ext uri="{FF2B5EF4-FFF2-40B4-BE49-F238E27FC236}">
                <a16:creationId xmlns:a16="http://schemas.microsoft.com/office/drawing/2014/main" id="{4F5C7391-B9AA-E32A-2494-15C6553EA11D}"/>
              </a:ext>
            </a:extLst>
          </p:cNvPr>
          <p:cNvSpPr/>
          <p:nvPr/>
        </p:nvSpPr>
        <p:spPr>
          <a:xfrm>
            <a:off x="8110156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217">
            <a:extLst>
              <a:ext uri="{FF2B5EF4-FFF2-40B4-BE49-F238E27FC236}">
                <a16:creationId xmlns:a16="http://schemas.microsoft.com/office/drawing/2014/main" id="{494DE1F1-D238-92B2-FF2C-C563F8DAD7B1}"/>
              </a:ext>
            </a:extLst>
          </p:cNvPr>
          <p:cNvSpPr/>
          <p:nvPr/>
        </p:nvSpPr>
        <p:spPr>
          <a:xfrm>
            <a:off x="8335898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218">
            <a:extLst>
              <a:ext uri="{FF2B5EF4-FFF2-40B4-BE49-F238E27FC236}">
                <a16:creationId xmlns:a16="http://schemas.microsoft.com/office/drawing/2014/main" id="{8367A09C-B82B-8FD2-322C-98CBB189D2A6}"/>
              </a:ext>
            </a:extLst>
          </p:cNvPr>
          <p:cNvSpPr/>
          <p:nvPr/>
        </p:nvSpPr>
        <p:spPr>
          <a:xfrm>
            <a:off x="8561641" y="2612898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219">
            <a:extLst>
              <a:ext uri="{FF2B5EF4-FFF2-40B4-BE49-F238E27FC236}">
                <a16:creationId xmlns:a16="http://schemas.microsoft.com/office/drawing/2014/main" id="{E3C32EA9-5F52-A29E-E3A2-E0A9EACD0D2A}"/>
              </a:ext>
            </a:extLst>
          </p:cNvPr>
          <p:cNvSpPr/>
          <p:nvPr/>
        </p:nvSpPr>
        <p:spPr>
          <a:xfrm>
            <a:off x="356615" y="3033522"/>
            <a:ext cx="12070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Text 220">
            <a:extLst>
              <a:ext uri="{FF2B5EF4-FFF2-40B4-BE49-F238E27FC236}">
                <a16:creationId xmlns:a16="http://schemas.microsoft.com/office/drawing/2014/main" id="{F9574DC7-B19D-9397-06DE-44DB40BBF98A}"/>
              </a:ext>
            </a:extLst>
          </p:cNvPr>
          <p:cNvSpPr/>
          <p:nvPr/>
        </p:nvSpPr>
        <p:spPr>
          <a:xfrm>
            <a:off x="420623" y="3033522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300" dirty="0"/>
          </a:p>
        </p:txBody>
      </p:sp>
      <p:sp>
        <p:nvSpPr>
          <p:cNvPr id="363" name="Shape 221">
            <a:extLst>
              <a:ext uri="{FF2B5EF4-FFF2-40B4-BE49-F238E27FC236}">
                <a16:creationId xmlns:a16="http://schemas.microsoft.com/office/drawing/2014/main" id="{9DB41BFA-CC7F-145C-42DA-5ACC1219B74A}"/>
              </a:ext>
            </a:extLst>
          </p:cNvPr>
          <p:cNvSpPr/>
          <p:nvPr/>
        </p:nvSpPr>
        <p:spPr>
          <a:xfrm>
            <a:off x="1563623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222">
            <a:extLst>
              <a:ext uri="{FF2B5EF4-FFF2-40B4-BE49-F238E27FC236}">
                <a16:creationId xmlns:a16="http://schemas.microsoft.com/office/drawing/2014/main" id="{4024F47D-15F3-7E41-1365-6C75A1440159}"/>
              </a:ext>
            </a:extLst>
          </p:cNvPr>
          <p:cNvSpPr/>
          <p:nvPr/>
        </p:nvSpPr>
        <p:spPr>
          <a:xfrm>
            <a:off x="1789366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223">
            <a:extLst>
              <a:ext uri="{FF2B5EF4-FFF2-40B4-BE49-F238E27FC236}">
                <a16:creationId xmlns:a16="http://schemas.microsoft.com/office/drawing/2014/main" id="{A53B96D2-487A-3D82-ECB1-8E3B66B64A1B}"/>
              </a:ext>
            </a:extLst>
          </p:cNvPr>
          <p:cNvSpPr/>
          <p:nvPr/>
        </p:nvSpPr>
        <p:spPr>
          <a:xfrm>
            <a:off x="2015108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224">
            <a:extLst>
              <a:ext uri="{FF2B5EF4-FFF2-40B4-BE49-F238E27FC236}">
                <a16:creationId xmlns:a16="http://schemas.microsoft.com/office/drawing/2014/main" id="{8399F9B0-9D8A-C382-CF4A-658A9303CF8A}"/>
              </a:ext>
            </a:extLst>
          </p:cNvPr>
          <p:cNvSpPr/>
          <p:nvPr/>
        </p:nvSpPr>
        <p:spPr>
          <a:xfrm>
            <a:off x="2240851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225">
            <a:extLst>
              <a:ext uri="{FF2B5EF4-FFF2-40B4-BE49-F238E27FC236}">
                <a16:creationId xmlns:a16="http://schemas.microsoft.com/office/drawing/2014/main" id="{D68DEA60-F338-1969-1657-7C26F806BB02}"/>
              </a:ext>
            </a:extLst>
          </p:cNvPr>
          <p:cNvSpPr/>
          <p:nvPr/>
        </p:nvSpPr>
        <p:spPr>
          <a:xfrm>
            <a:off x="2466593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226">
            <a:extLst>
              <a:ext uri="{FF2B5EF4-FFF2-40B4-BE49-F238E27FC236}">
                <a16:creationId xmlns:a16="http://schemas.microsoft.com/office/drawing/2014/main" id="{9A741721-7553-3BA2-5677-6F560348342B}"/>
              </a:ext>
            </a:extLst>
          </p:cNvPr>
          <p:cNvSpPr/>
          <p:nvPr/>
        </p:nvSpPr>
        <p:spPr>
          <a:xfrm>
            <a:off x="2692336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227">
            <a:extLst>
              <a:ext uri="{FF2B5EF4-FFF2-40B4-BE49-F238E27FC236}">
                <a16:creationId xmlns:a16="http://schemas.microsoft.com/office/drawing/2014/main" id="{185BCA90-D3EA-B804-27B5-F7185C886325}"/>
              </a:ext>
            </a:extLst>
          </p:cNvPr>
          <p:cNvSpPr/>
          <p:nvPr/>
        </p:nvSpPr>
        <p:spPr>
          <a:xfrm>
            <a:off x="2918078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228">
            <a:extLst>
              <a:ext uri="{FF2B5EF4-FFF2-40B4-BE49-F238E27FC236}">
                <a16:creationId xmlns:a16="http://schemas.microsoft.com/office/drawing/2014/main" id="{4A432A2D-ABBF-79C5-E675-CF25FB8E4E16}"/>
              </a:ext>
            </a:extLst>
          </p:cNvPr>
          <p:cNvSpPr/>
          <p:nvPr/>
        </p:nvSpPr>
        <p:spPr>
          <a:xfrm>
            <a:off x="3143821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229">
            <a:extLst>
              <a:ext uri="{FF2B5EF4-FFF2-40B4-BE49-F238E27FC236}">
                <a16:creationId xmlns:a16="http://schemas.microsoft.com/office/drawing/2014/main" id="{9E3EF4C7-CC47-1DB4-88FB-39E3D4FE3B08}"/>
              </a:ext>
            </a:extLst>
          </p:cNvPr>
          <p:cNvSpPr/>
          <p:nvPr/>
        </p:nvSpPr>
        <p:spPr>
          <a:xfrm>
            <a:off x="3369563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230">
            <a:extLst>
              <a:ext uri="{FF2B5EF4-FFF2-40B4-BE49-F238E27FC236}">
                <a16:creationId xmlns:a16="http://schemas.microsoft.com/office/drawing/2014/main" id="{44EB0115-1537-17F1-098E-1D696207DC89}"/>
              </a:ext>
            </a:extLst>
          </p:cNvPr>
          <p:cNvSpPr/>
          <p:nvPr/>
        </p:nvSpPr>
        <p:spPr>
          <a:xfrm>
            <a:off x="3595306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231">
            <a:extLst>
              <a:ext uri="{FF2B5EF4-FFF2-40B4-BE49-F238E27FC236}">
                <a16:creationId xmlns:a16="http://schemas.microsoft.com/office/drawing/2014/main" id="{29F4FAC9-020D-1FF6-676C-DF97C84285D5}"/>
              </a:ext>
            </a:extLst>
          </p:cNvPr>
          <p:cNvSpPr/>
          <p:nvPr/>
        </p:nvSpPr>
        <p:spPr>
          <a:xfrm>
            <a:off x="3821048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232">
            <a:extLst>
              <a:ext uri="{FF2B5EF4-FFF2-40B4-BE49-F238E27FC236}">
                <a16:creationId xmlns:a16="http://schemas.microsoft.com/office/drawing/2014/main" id="{E5324245-1A65-CB89-3DAD-D5E4839366CF}"/>
              </a:ext>
            </a:extLst>
          </p:cNvPr>
          <p:cNvSpPr/>
          <p:nvPr/>
        </p:nvSpPr>
        <p:spPr>
          <a:xfrm>
            <a:off x="4046791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233">
            <a:extLst>
              <a:ext uri="{FF2B5EF4-FFF2-40B4-BE49-F238E27FC236}">
                <a16:creationId xmlns:a16="http://schemas.microsoft.com/office/drawing/2014/main" id="{3755AD49-931E-F06E-A206-8D8CAC916ACE}"/>
              </a:ext>
            </a:extLst>
          </p:cNvPr>
          <p:cNvSpPr/>
          <p:nvPr/>
        </p:nvSpPr>
        <p:spPr>
          <a:xfrm>
            <a:off x="4272533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234">
            <a:extLst>
              <a:ext uri="{FF2B5EF4-FFF2-40B4-BE49-F238E27FC236}">
                <a16:creationId xmlns:a16="http://schemas.microsoft.com/office/drawing/2014/main" id="{9DFB170B-E71E-F19B-5229-8E56ACD512F5}"/>
              </a:ext>
            </a:extLst>
          </p:cNvPr>
          <p:cNvSpPr/>
          <p:nvPr/>
        </p:nvSpPr>
        <p:spPr>
          <a:xfrm>
            <a:off x="4498276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235">
            <a:extLst>
              <a:ext uri="{FF2B5EF4-FFF2-40B4-BE49-F238E27FC236}">
                <a16:creationId xmlns:a16="http://schemas.microsoft.com/office/drawing/2014/main" id="{AACE2E09-FB7E-A21E-4B90-5C350AB00C21}"/>
              </a:ext>
            </a:extLst>
          </p:cNvPr>
          <p:cNvSpPr/>
          <p:nvPr/>
        </p:nvSpPr>
        <p:spPr>
          <a:xfrm>
            <a:off x="4724018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236">
            <a:extLst>
              <a:ext uri="{FF2B5EF4-FFF2-40B4-BE49-F238E27FC236}">
                <a16:creationId xmlns:a16="http://schemas.microsoft.com/office/drawing/2014/main" id="{EEC25B59-C8B5-F440-E4EA-F44BC76FAFDF}"/>
              </a:ext>
            </a:extLst>
          </p:cNvPr>
          <p:cNvSpPr/>
          <p:nvPr/>
        </p:nvSpPr>
        <p:spPr>
          <a:xfrm>
            <a:off x="4949761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237">
            <a:extLst>
              <a:ext uri="{FF2B5EF4-FFF2-40B4-BE49-F238E27FC236}">
                <a16:creationId xmlns:a16="http://schemas.microsoft.com/office/drawing/2014/main" id="{37223B5F-3B00-47B7-8B13-8A997FF37CEF}"/>
              </a:ext>
            </a:extLst>
          </p:cNvPr>
          <p:cNvSpPr/>
          <p:nvPr/>
        </p:nvSpPr>
        <p:spPr>
          <a:xfrm>
            <a:off x="5175503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238">
            <a:extLst>
              <a:ext uri="{FF2B5EF4-FFF2-40B4-BE49-F238E27FC236}">
                <a16:creationId xmlns:a16="http://schemas.microsoft.com/office/drawing/2014/main" id="{ADA03602-D3C0-6754-5AFC-195099874704}"/>
              </a:ext>
            </a:extLst>
          </p:cNvPr>
          <p:cNvSpPr/>
          <p:nvPr/>
        </p:nvSpPr>
        <p:spPr>
          <a:xfrm>
            <a:off x="5401246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239">
            <a:extLst>
              <a:ext uri="{FF2B5EF4-FFF2-40B4-BE49-F238E27FC236}">
                <a16:creationId xmlns:a16="http://schemas.microsoft.com/office/drawing/2014/main" id="{F5A9F196-AFA8-6D93-A2B3-FA247CB19FBE}"/>
              </a:ext>
            </a:extLst>
          </p:cNvPr>
          <p:cNvSpPr/>
          <p:nvPr/>
        </p:nvSpPr>
        <p:spPr>
          <a:xfrm>
            <a:off x="5626988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240">
            <a:extLst>
              <a:ext uri="{FF2B5EF4-FFF2-40B4-BE49-F238E27FC236}">
                <a16:creationId xmlns:a16="http://schemas.microsoft.com/office/drawing/2014/main" id="{E20DE916-617C-0FD4-F7C0-7B0382BFD7B5}"/>
              </a:ext>
            </a:extLst>
          </p:cNvPr>
          <p:cNvSpPr/>
          <p:nvPr/>
        </p:nvSpPr>
        <p:spPr>
          <a:xfrm>
            <a:off x="5852731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241">
            <a:extLst>
              <a:ext uri="{FF2B5EF4-FFF2-40B4-BE49-F238E27FC236}">
                <a16:creationId xmlns:a16="http://schemas.microsoft.com/office/drawing/2014/main" id="{198097A4-E236-4115-0D24-B75067FE38A7}"/>
              </a:ext>
            </a:extLst>
          </p:cNvPr>
          <p:cNvSpPr/>
          <p:nvPr/>
        </p:nvSpPr>
        <p:spPr>
          <a:xfrm>
            <a:off x="6078473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242">
            <a:extLst>
              <a:ext uri="{FF2B5EF4-FFF2-40B4-BE49-F238E27FC236}">
                <a16:creationId xmlns:a16="http://schemas.microsoft.com/office/drawing/2014/main" id="{01E08819-CCE7-A614-BC86-17E6E917B69E}"/>
              </a:ext>
            </a:extLst>
          </p:cNvPr>
          <p:cNvSpPr/>
          <p:nvPr/>
        </p:nvSpPr>
        <p:spPr>
          <a:xfrm>
            <a:off x="6304216" y="3033522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243">
            <a:extLst>
              <a:ext uri="{FF2B5EF4-FFF2-40B4-BE49-F238E27FC236}">
                <a16:creationId xmlns:a16="http://schemas.microsoft.com/office/drawing/2014/main" id="{DCC29C89-8EDD-C015-63E2-FE3254919971}"/>
              </a:ext>
            </a:extLst>
          </p:cNvPr>
          <p:cNvSpPr/>
          <p:nvPr/>
        </p:nvSpPr>
        <p:spPr>
          <a:xfrm>
            <a:off x="6529958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244">
            <a:extLst>
              <a:ext uri="{FF2B5EF4-FFF2-40B4-BE49-F238E27FC236}">
                <a16:creationId xmlns:a16="http://schemas.microsoft.com/office/drawing/2014/main" id="{23B7C9DD-149B-409D-9527-48CF81413395}"/>
              </a:ext>
            </a:extLst>
          </p:cNvPr>
          <p:cNvSpPr/>
          <p:nvPr/>
        </p:nvSpPr>
        <p:spPr>
          <a:xfrm>
            <a:off x="6755701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245">
            <a:extLst>
              <a:ext uri="{FF2B5EF4-FFF2-40B4-BE49-F238E27FC236}">
                <a16:creationId xmlns:a16="http://schemas.microsoft.com/office/drawing/2014/main" id="{03F556B1-1DE7-BCA2-B787-D963D9C51635}"/>
              </a:ext>
            </a:extLst>
          </p:cNvPr>
          <p:cNvSpPr/>
          <p:nvPr/>
        </p:nvSpPr>
        <p:spPr>
          <a:xfrm>
            <a:off x="6981443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246">
            <a:extLst>
              <a:ext uri="{FF2B5EF4-FFF2-40B4-BE49-F238E27FC236}">
                <a16:creationId xmlns:a16="http://schemas.microsoft.com/office/drawing/2014/main" id="{7C06B57C-3D46-824E-9730-8D6BF10B4189}"/>
              </a:ext>
            </a:extLst>
          </p:cNvPr>
          <p:cNvSpPr/>
          <p:nvPr/>
        </p:nvSpPr>
        <p:spPr>
          <a:xfrm>
            <a:off x="7207186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247">
            <a:extLst>
              <a:ext uri="{FF2B5EF4-FFF2-40B4-BE49-F238E27FC236}">
                <a16:creationId xmlns:a16="http://schemas.microsoft.com/office/drawing/2014/main" id="{50C12074-6EB5-6511-6CFF-0D5582C13522}"/>
              </a:ext>
            </a:extLst>
          </p:cNvPr>
          <p:cNvSpPr/>
          <p:nvPr/>
        </p:nvSpPr>
        <p:spPr>
          <a:xfrm>
            <a:off x="7432928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248">
            <a:extLst>
              <a:ext uri="{FF2B5EF4-FFF2-40B4-BE49-F238E27FC236}">
                <a16:creationId xmlns:a16="http://schemas.microsoft.com/office/drawing/2014/main" id="{5AA92503-3BA9-E1AB-79FA-7C7654F7C595}"/>
              </a:ext>
            </a:extLst>
          </p:cNvPr>
          <p:cNvSpPr/>
          <p:nvPr/>
        </p:nvSpPr>
        <p:spPr>
          <a:xfrm>
            <a:off x="7658671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249">
            <a:extLst>
              <a:ext uri="{FF2B5EF4-FFF2-40B4-BE49-F238E27FC236}">
                <a16:creationId xmlns:a16="http://schemas.microsoft.com/office/drawing/2014/main" id="{357E8480-A97A-5437-E942-E61C34BD1BFA}"/>
              </a:ext>
            </a:extLst>
          </p:cNvPr>
          <p:cNvSpPr/>
          <p:nvPr/>
        </p:nvSpPr>
        <p:spPr>
          <a:xfrm>
            <a:off x="7884413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250">
            <a:extLst>
              <a:ext uri="{FF2B5EF4-FFF2-40B4-BE49-F238E27FC236}">
                <a16:creationId xmlns:a16="http://schemas.microsoft.com/office/drawing/2014/main" id="{163E8124-5645-2F88-364A-B5420F0B0187}"/>
              </a:ext>
            </a:extLst>
          </p:cNvPr>
          <p:cNvSpPr/>
          <p:nvPr/>
        </p:nvSpPr>
        <p:spPr>
          <a:xfrm>
            <a:off x="8110156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251">
            <a:extLst>
              <a:ext uri="{FF2B5EF4-FFF2-40B4-BE49-F238E27FC236}">
                <a16:creationId xmlns:a16="http://schemas.microsoft.com/office/drawing/2014/main" id="{758F9A68-F144-5744-ED7D-73A64F8A8B8A}"/>
              </a:ext>
            </a:extLst>
          </p:cNvPr>
          <p:cNvSpPr/>
          <p:nvPr/>
        </p:nvSpPr>
        <p:spPr>
          <a:xfrm>
            <a:off x="8335898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252">
            <a:extLst>
              <a:ext uri="{FF2B5EF4-FFF2-40B4-BE49-F238E27FC236}">
                <a16:creationId xmlns:a16="http://schemas.microsoft.com/office/drawing/2014/main" id="{9144C3E4-6BDB-101B-E214-FC5A26A77ED0}"/>
              </a:ext>
            </a:extLst>
          </p:cNvPr>
          <p:cNvSpPr/>
          <p:nvPr/>
        </p:nvSpPr>
        <p:spPr>
          <a:xfrm>
            <a:off x="8561641" y="3033522"/>
            <a:ext cx="225743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253">
            <a:extLst>
              <a:ext uri="{FF2B5EF4-FFF2-40B4-BE49-F238E27FC236}">
                <a16:creationId xmlns:a16="http://schemas.microsoft.com/office/drawing/2014/main" id="{2A0B1901-7228-C626-C086-F3B542C67B71}"/>
              </a:ext>
            </a:extLst>
          </p:cNvPr>
          <p:cNvSpPr/>
          <p:nvPr/>
        </p:nvSpPr>
        <p:spPr>
          <a:xfrm>
            <a:off x="356615" y="3454146"/>
            <a:ext cx="1207008" cy="420624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Text 254">
            <a:extLst>
              <a:ext uri="{FF2B5EF4-FFF2-40B4-BE49-F238E27FC236}">
                <a16:creationId xmlns:a16="http://schemas.microsoft.com/office/drawing/2014/main" id="{E80AFDE3-B748-B803-DD3B-975389FDA8DB}"/>
              </a:ext>
            </a:extLst>
          </p:cNvPr>
          <p:cNvSpPr/>
          <p:nvPr/>
        </p:nvSpPr>
        <p:spPr>
          <a:xfrm>
            <a:off x="420623" y="345414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97" name="Shape 255">
            <a:extLst>
              <a:ext uri="{FF2B5EF4-FFF2-40B4-BE49-F238E27FC236}">
                <a16:creationId xmlns:a16="http://schemas.microsoft.com/office/drawing/2014/main" id="{4E664E00-813B-E4E1-15D8-305E059687B6}"/>
              </a:ext>
            </a:extLst>
          </p:cNvPr>
          <p:cNvSpPr/>
          <p:nvPr/>
        </p:nvSpPr>
        <p:spPr>
          <a:xfrm>
            <a:off x="156362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256">
            <a:extLst>
              <a:ext uri="{FF2B5EF4-FFF2-40B4-BE49-F238E27FC236}">
                <a16:creationId xmlns:a16="http://schemas.microsoft.com/office/drawing/2014/main" id="{30B076A3-5367-5BDB-8687-FE3D69392479}"/>
              </a:ext>
            </a:extLst>
          </p:cNvPr>
          <p:cNvSpPr/>
          <p:nvPr/>
        </p:nvSpPr>
        <p:spPr>
          <a:xfrm>
            <a:off x="1789366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257">
            <a:extLst>
              <a:ext uri="{FF2B5EF4-FFF2-40B4-BE49-F238E27FC236}">
                <a16:creationId xmlns:a16="http://schemas.microsoft.com/office/drawing/2014/main" id="{93F09960-8F6E-171B-7257-D3B359A1F42C}"/>
              </a:ext>
            </a:extLst>
          </p:cNvPr>
          <p:cNvSpPr/>
          <p:nvPr/>
        </p:nvSpPr>
        <p:spPr>
          <a:xfrm>
            <a:off x="2015108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258">
            <a:extLst>
              <a:ext uri="{FF2B5EF4-FFF2-40B4-BE49-F238E27FC236}">
                <a16:creationId xmlns:a16="http://schemas.microsoft.com/office/drawing/2014/main" id="{075F0B71-351A-2816-9C2C-A05C9266A523}"/>
              </a:ext>
            </a:extLst>
          </p:cNvPr>
          <p:cNvSpPr/>
          <p:nvPr/>
        </p:nvSpPr>
        <p:spPr>
          <a:xfrm>
            <a:off x="2240851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259">
            <a:extLst>
              <a:ext uri="{FF2B5EF4-FFF2-40B4-BE49-F238E27FC236}">
                <a16:creationId xmlns:a16="http://schemas.microsoft.com/office/drawing/2014/main" id="{272E90D7-B39F-568C-068E-01E3F4935BE9}"/>
              </a:ext>
            </a:extLst>
          </p:cNvPr>
          <p:cNvSpPr/>
          <p:nvPr/>
        </p:nvSpPr>
        <p:spPr>
          <a:xfrm>
            <a:off x="246659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260">
            <a:extLst>
              <a:ext uri="{FF2B5EF4-FFF2-40B4-BE49-F238E27FC236}">
                <a16:creationId xmlns:a16="http://schemas.microsoft.com/office/drawing/2014/main" id="{FD7802FA-EBED-7413-94B1-5A19EDA1F288}"/>
              </a:ext>
            </a:extLst>
          </p:cNvPr>
          <p:cNvSpPr/>
          <p:nvPr/>
        </p:nvSpPr>
        <p:spPr>
          <a:xfrm>
            <a:off x="2692336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261">
            <a:extLst>
              <a:ext uri="{FF2B5EF4-FFF2-40B4-BE49-F238E27FC236}">
                <a16:creationId xmlns:a16="http://schemas.microsoft.com/office/drawing/2014/main" id="{7F3275DD-B8B2-4F08-ADAE-4A53F8414919}"/>
              </a:ext>
            </a:extLst>
          </p:cNvPr>
          <p:cNvSpPr/>
          <p:nvPr/>
        </p:nvSpPr>
        <p:spPr>
          <a:xfrm>
            <a:off x="2918078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262">
            <a:extLst>
              <a:ext uri="{FF2B5EF4-FFF2-40B4-BE49-F238E27FC236}">
                <a16:creationId xmlns:a16="http://schemas.microsoft.com/office/drawing/2014/main" id="{7D9CBDF4-71CA-8B98-86F9-97CCF86DB427}"/>
              </a:ext>
            </a:extLst>
          </p:cNvPr>
          <p:cNvSpPr/>
          <p:nvPr/>
        </p:nvSpPr>
        <p:spPr>
          <a:xfrm>
            <a:off x="3143821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263">
            <a:extLst>
              <a:ext uri="{FF2B5EF4-FFF2-40B4-BE49-F238E27FC236}">
                <a16:creationId xmlns:a16="http://schemas.microsoft.com/office/drawing/2014/main" id="{852003FB-C2DF-8E68-6E9B-053983E66DC3}"/>
              </a:ext>
            </a:extLst>
          </p:cNvPr>
          <p:cNvSpPr/>
          <p:nvPr/>
        </p:nvSpPr>
        <p:spPr>
          <a:xfrm>
            <a:off x="336956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264">
            <a:extLst>
              <a:ext uri="{FF2B5EF4-FFF2-40B4-BE49-F238E27FC236}">
                <a16:creationId xmlns:a16="http://schemas.microsoft.com/office/drawing/2014/main" id="{A35238A6-471D-9EF4-CE42-0D2F92D35C10}"/>
              </a:ext>
            </a:extLst>
          </p:cNvPr>
          <p:cNvSpPr/>
          <p:nvPr/>
        </p:nvSpPr>
        <p:spPr>
          <a:xfrm>
            <a:off x="3595306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265">
            <a:extLst>
              <a:ext uri="{FF2B5EF4-FFF2-40B4-BE49-F238E27FC236}">
                <a16:creationId xmlns:a16="http://schemas.microsoft.com/office/drawing/2014/main" id="{C4439668-1E80-1CA6-1DEE-CA6D1BFACADA}"/>
              </a:ext>
            </a:extLst>
          </p:cNvPr>
          <p:cNvSpPr/>
          <p:nvPr/>
        </p:nvSpPr>
        <p:spPr>
          <a:xfrm>
            <a:off x="3821048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266">
            <a:extLst>
              <a:ext uri="{FF2B5EF4-FFF2-40B4-BE49-F238E27FC236}">
                <a16:creationId xmlns:a16="http://schemas.microsoft.com/office/drawing/2014/main" id="{2F33E24A-A98F-5C07-C828-F73FF13FBC25}"/>
              </a:ext>
            </a:extLst>
          </p:cNvPr>
          <p:cNvSpPr/>
          <p:nvPr/>
        </p:nvSpPr>
        <p:spPr>
          <a:xfrm>
            <a:off x="4046791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267">
            <a:extLst>
              <a:ext uri="{FF2B5EF4-FFF2-40B4-BE49-F238E27FC236}">
                <a16:creationId xmlns:a16="http://schemas.microsoft.com/office/drawing/2014/main" id="{9822F110-6319-23C2-0BF5-6EF64842722A}"/>
              </a:ext>
            </a:extLst>
          </p:cNvPr>
          <p:cNvSpPr/>
          <p:nvPr/>
        </p:nvSpPr>
        <p:spPr>
          <a:xfrm>
            <a:off x="427253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268">
            <a:extLst>
              <a:ext uri="{FF2B5EF4-FFF2-40B4-BE49-F238E27FC236}">
                <a16:creationId xmlns:a16="http://schemas.microsoft.com/office/drawing/2014/main" id="{2C8CB2B6-6865-6C9E-2751-76F343A4E8CA}"/>
              </a:ext>
            </a:extLst>
          </p:cNvPr>
          <p:cNvSpPr/>
          <p:nvPr/>
        </p:nvSpPr>
        <p:spPr>
          <a:xfrm>
            <a:off x="4498276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269">
            <a:extLst>
              <a:ext uri="{FF2B5EF4-FFF2-40B4-BE49-F238E27FC236}">
                <a16:creationId xmlns:a16="http://schemas.microsoft.com/office/drawing/2014/main" id="{EBBF42F8-AC7B-F06D-2255-1434E6B21CD0}"/>
              </a:ext>
            </a:extLst>
          </p:cNvPr>
          <p:cNvSpPr/>
          <p:nvPr/>
        </p:nvSpPr>
        <p:spPr>
          <a:xfrm>
            <a:off x="4724018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270">
            <a:extLst>
              <a:ext uri="{FF2B5EF4-FFF2-40B4-BE49-F238E27FC236}">
                <a16:creationId xmlns:a16="http://schemas.microsoft.com/office/drawing/2014/main" id="{CDA2A5EA-9F7D-4172-55D3-481B9DD66E5C}"/>
              </a:ext>
            </a:extLst>
          </p:cNvPr>
          <p:cNvSpPr/>
          <p:nvPr/>
        </p:nvSpPr>
        <p:spPr>
          <a:xfrm>
            <a:off x="4949761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271">
            <a:extLst>
              <a:ext uri="{FF2B5EF4-FFF2-40B4-BE49-F238E27FC236}">
                <a16:creationId xmlns:a16="http://schemas.microsoft.com/office/drawing/2014/main" id="{C6D18025-F8D0-9123-D9E4-202F4317901E}"/>
              </a:ext>
            </a:extLst>
          </p:cNvPr>
          <p:cNvSpPr/>
          <p:nvPr/>
        </p:nvSpPr>
        <p:spPr>
          <a:xfrm>
            <a:off x="517550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272">
            <a:extLst>
              <a:ext uri="{FF2B5EF4-FFF2-40B4-BE49-F238E27FC236}">
                <a16:creationId xmlns:a16="http://schemas.microsoft.com/office/drawing/2014/main" id="{B5945CD1-4F46-C4EC-32A0-79E8C0CB74B0}"/>
              </a:ext>
            </a:extLst>
          </p:cNvPr>
          <p:cNvSpPr/>
          <p:nvPr/>
        </p:nvSpPr>
        <p:spPr>
          <a:xfrm>
            <a:off x="5401246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273">
            <a:extLst>
              <a:ext uri="{FF2B5EF4-FFF2-40B4-BE49-F238E27FC236}">
                <a16:creationId xmlns:a16="http://schemas.microsoft.com/office/drawing/2014/main" id="{3E0D2E63-A08C-15D9-7CF0-BCF4994B21D8}"/>
              </a:ext>
            </a:extLst>
          </p:cNvPr>
          <p:cNvSpPr/>
          <p:nvPr/>
        </p:nvSpPr>
        <p:spPr>
          <a:xfrm>
            <a:off x="5626988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274">
            <a:extLst>
              <a:ext uri="{FF2B5EF4-FFF2-40B4-BE49-F238E27FC236}">
                <a16:creationId xmlns:a16="http://schemas.microsoft.com/office/drawing/2014/main" id="{0D509154-2392-DCFC-5511-D287064A6406}"/>
              </a:ext>
            </a:extLst>
          </p:cNvPr>
          <p:cNvSpPr/>
          <p:nvPr/>
        </p:nvSpPr>
        <p:spPr>
          <a:xfrm>
            <a:off x="5852731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275">
            <a:extLst>
              <a:ext uri="{FF2B5EF4-FFF2-40B4-BE49-F238E27FC236}">
                <a16:creationId xmlns:a16="http://schemas.microsoft.com/office/drawing/2014/main" id="{45006BF8-17E7-B734-5590-610E97B9B6DC}"/>
              </a:ext>
            </a:extLst>
          </p:cNvPr>
          <p:cNvSpPr/>
          <p:nvPr/>
        </p:nvSpPr>
        <p:spPr>
          <a:xfrm>
            <a:off x="607847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276">
            <a:extLst>
              <a:ext uri="{FF2B5EF4-FFF2-40B4-BE49-F238E27FC236}">
                <a16:creationId xmlns:a16="http://schemas.microsoft.com/office/drawing/2014/main" id="{25997457-513E-257C-2DC0-9A4A1E552293}"/>
              </a:ext>
            </a:extLst>
          </p:cNvPr>
          <p:cNvSpPr/>
          <p:nvPr/>
        </p:nvSpPr>
        <p:spPr>
          <a:xfrm>
            <a:off x="6304216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277">
            <a:extLst>
              <a:ext uri="{FF2B5EF4-FFF2-40B4-BE49-F238E27FC236}">
                <a16:creationId xmlns:a16="http://schemas.microsoft.com/office/drawing/2014/main" id="{9695903C-DB99-503A-36F8-69685E00D0FE}"/>
              </a:ext>
            </a:extLst>
          </p:cNvPr>
          <p:cNvSpPr/>
          <p:nvPr/>
        </p:nvSpPr>
        <p:spPr>
          <a:xfrm>
            <a:off x="6529958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278">
            <a:extLst>
              <a:ext uri="{FF2B5EF4-FFF2-40B4-BE49-F238E27FC236}">
                <a16:creationId xmlns:a16="http://schemas.microsoft.com/office/drawing/2014/main" id="{CD5BBCC1-6A97-37A3-CE34-C4982C610CDF}"/>
              </a:ext>
            </a:extLst>
          </p:cNvPr>
          <p:cNvSpPr/>
          <p:nvPr/>
        </p:nvSpPr>
        <p:spPr>
          <a:xfrm>
            <a:off x="6755701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279">
            <a:extLst>
              <a:ext uri="{FF2B5EF4-FFF2-40B4-BE49-F238E27FC236}">
                <a16:creationId xmlns:a16="http://schemas.microsoft.com/office/drawing/2014/main" id="{A0D4053D-2535-0F78-36CE-EB48F9050F5D}"/>
              </a:ext>
            </a:extLst>
          </p:cNvPr>
          <p:cNvSpPr/>
          <p:nvPr/>
        </p:nvSpPr>
        <p:spPr>
          <a:xfrm>
            <a:off x="6981443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280">
            <a:extLst>
              <a:ext uri="{FF2B5EF4-FFF2-40B4-BE49-F238E27FC236}">
                <a16:creationId xmlns:a16="http://schemas.microsoft.com/office/drawing/2014/main" id="{9F1422D3-7A4B-4DF2-BE46-4359644A5235}"/>
              </a:ext>
            </a:extLst>
          </p:cNvPr>
          <p:cNvSpPr/>
          <p:nvPr/>
        </p:nvSpPr>
        <p:spPr>
          <a:xfrm>
            <a:off x="7207186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281">
            <a:extLst>
              <a:ext uri="{FF2B5EF4-FFF2-40B4-BE49-F238E27FC236}">
                <a16:creationId xmlns:a16="http://schemas.microsoft.com/office/drawing/2014/main" id="{10025F6D-A7C3-5227-333E-6EE8D5CDFF3B}"/>
              </a:ext>
            </a:extLst>
          </p:cNvPr>
          <p:cNvSpPr/>
          <p:nvPr/>
        </p:nvSpPr>
        <p:spPr>
          <a:xfrm>
            <a:off x="7432928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282">
            <a:extLst>
              <a:ext uri="{FF2B5EF4-FFF2-40B4-BE49-F238E27FC236}">
                <a16:creationId xmlns:a16="http://schemas.microsoft.com/office/drawing/2014/main" id="{63A9F6FC-567A-A9E7-B839-F43360BAA4B9}"/>
              </a:ext>
            </a:extLst>
          </p:cNvPr>
          <p:cNvSpPr/>
          <p:nvPr/>
        </p:nvSpPr>
        <p:spPr>
          <a:xfrm>
            <a:off x="7658671" y="3454146"/>
            <a:ext cx="225743" cy="420624"/>
          </a:xfrm>
          <a:prstGeom prst="rect">
            <a:avLst/>
          </a:prstGeom>
          <a:solidFill>
            <a:srgbClr val="C62828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283">
            <a:extLst>
              <a:ext uri="{FF2B5EF4-FFF2-40B4-BE49-F238E27FC236}">
                <a16:creationId xmlns:a16="http://schemas.microsoft.com/office/drawing/2014/main" id="{45F59EF1-FB8E-4FB0-2AA4-4D2F056E3905}"/>
              </a:ext>
            </a:extLst>
          </p:cNvPr>
          <p:cNvSpPr/>
          <p:nvPr/>
        </p:nvSpPr>
        <p:spPr>
          <a:xfrm>
            <a:off x="7884413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284">
            <a:extLst>
              <a:ext uri="{FF2B5EF4-FFF2-40B4-BE49-F238E27FC236}">
                <a16:creationId xmlns:a16="http://schemas.microsoft.com/office/drawing/2014/main" id="{ACA6D07D-8D9E-99BE-41C0-24691A070527}"/>
              </a:ext>
            </a:extLst>
          </p:cNvPr>
          <p:cNvSpPr/>
          <p:nvPr/>
        </p:nvSpPr>
        <p:spPr>
          <a:xfrm>
            <a:off x="8110156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285">
            <a:extLst>
              <a:ext uri="{FF2B5EF4-FFF2-40B4-BE49-F238E27FC236}">
                <a16:creationId xmlns:a16="http://schemas.microsoft.com/office/drawing/2014/main" id="{8D0A7FB6-6F1E-B6E8-E0A9-C6D97134DE0B}"/>
              </a:ext>
            </a:extLst>
          </p:cNvPr>
          <p:cNvSpPr/>
          <p:nvPr/>
        </p:nvSpPr>
        <p:spPr>
          <a:xfrm>
            <a:off x="8335898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286">
            <a:extLst>
              <a:ext uri="{FF2B5EF4-FFF2-40B4-BE49-F238E27FC236}">
                <a16:creationId xmlns:a16="http://schemas.microsoft.com/office/drawing/2014/main" id="{81275A7A-ADE4-EFFE-C030-04B4C8903215}"/>
              </a:ext>
            </a:extLst>
          </p:cNvPr>
          <p:cNvSpPr/>
          <p:nvPr/>
        </p:nvSpPr>
        <p:spPr>
          <a:xfrm>
            <a:off x="8561641" y="3454146"/>
            <a:ext cx="225743" cy="420624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287">
            <a:extLst>
              <a:ext uri="{FF2B5EF4-FFF2-40B4-BE49-F238E27FC236}">
                <a16:creationId xmlns:a16="http://schemas.microsoft.com/office/drawing/2014/main" id="{7E7EF557-DE4B-6D1F-1428-52480558C825}"/>
              </a:ext>
            </a:extLst>
          </p:cNvPr>
          <p:cNvSpPr/>
          <p:nvPr/>
        </p:nvSpPr>
        <p:spPr>
          <a:xfrm>
            <a:off x="356615" y="3874770"/>
            <a:ext cx="12070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288">
            <a:extLst>
              <a:ext uri="{FF2B5EF4-FFF2-40B4-BE49-F238E27FC236}">
                <a16:creationId xmlns:a16="http://schemas.microsoft.com/office/drawing/2014/main" id="{0988186D-9BCB-AF23-CCBF-351626A275C2}"/>
              </a:ext>
            </a:extLst>
          </p:cNvPr>
          <p:cNvSpPr/>
          <p:nvPr/>
        </p:nvSpPr>
        <p:spPr>
          <a:xfrm>
            <a:off x="420623" y="3874770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431" name="Shape 289">
            <a:extLst>
              <a:ext uri="{FF2B5EF4-FFF2-40B4-BE49-F238E27FC236}">
                <a16:creationId xmlns:a16="http://schemas.microsoft.com/office/drawing/2014/main" id="{434411B6-E371-B347-7D0E-4F9B4A7EFA3F}"/>
              </a:ext>
            </a:extLst>
          </p:cNvPr>
          <p:cNvSpPr/>
          <p:nvPr/>
        </p:nvSpPr>
        <p:spPr>
          <a:xfrm>
            <a:off x="156362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290">
            <a:extLst>
              <a:ext uri="{FF2B5EF4-FFF2-40B4-BE49-F238E27FC236}">
                <a16:creationId xmlns:a16="http://schemas.microsoft.com/office/drawing/2014/main" id="{6DB21D96-7DEE-EE78-C811-091BA814AB2E}"/>
              </a:ext>
            </a:extLst>
          </p:cNvPr>
          <p:cNvSpPr/>
          <p:nvPr/>
        </p:nvSpPr>
        <p:spPr>
          <a:xfrm>
            <a:off x="178936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291">
            <a:extLst>
              <a:ext uri="{FF2B5EF4-FFF2-40B4-BE49-F238E27FC236}">
                <a16:creationId xmlns:a16="http://schemas.microsoft.com/office/drawing/2014/main" id="{C576AF32-68DD-D05D-B6AF-CCC9B3318C17}"/>
              </a:ext>
            </a:extLst>
          </p:cNvPr>
          <p:cNvSpPr/>
          <p:nvPr/>
        </p:nvSpPr>
        <p:spPr>
          <a:xfrm>
            <a:off x="201510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292">
            <a:extLst>
              <a:ext uri="{FF2B5EF4-FFF2-40B4-BE49-F238E27FC236}">
                <a16:creationId xmlns:a16="http://schemas.microsoft.com/office/drawing/2014/main" id="{FD0B0B02-1146-9D6E-6E9D-4E8DC65691D7}"/>
              </a:ext>
            </a:extLst>
          </p:cNvPr>
          <p:cNvSpPr/>
          <p:nvPr/>
        </p:nvSpPr>
        <p:spPr>
          <a:xfrm>
            <a:off x="224085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293">
            <a:extLst>
              <a:ext uri="{FF2B5EF4-FFF2-40B4-BE49-F238E27FC236}">
                <a16:creationId xmlns:a16="http://schemas.microsoft.com/office/drawing/2014/main" id="{FABFBFB2-4DD5-4621-5F2F-79DCC60753CC}"/>
              </a:ext>
            </a:extLst>
          </p:cNvPr>
          <p:cNvSpPr/>
          <p:nvPr/>
        </p:nvSpPr>
        <p:spPr>
          <a:xfrm>
            <a:off x="246659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294">
            <a:extLst>
              <a:ext uri="{FF2B5EF4-FFF2-40B4-BE49-F238E27FC236}">
                <a16:creationId xmlns:a16="http://schemas.microsoft.com/office/drawing/2014/main" id="{A9533561-85C1-D14E-BE5A-0AC0B752CE06}"/>
              </a:ext>
            </a:extLst>
          </p:cNvPr>
          <p:cNvSpPr/>
          <p:nvPr/>
        </p:nvSpPr>
        <p:spPr>
          <a:xfrm>
            <a:off x="269233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295">
            <a:extLst>
              <a:ext uri="{FF2B5EF4-FFF2-40B4-BE49-F238E27FC236}">
                <a16:creationId xmlns:a16="http://schemas.microsoft.com/office/drawing/2014/main" id="{E87CA881-81C9-9498-D824-04C91EC0B313}"/>
              </a:ext>
            </a:extLst>
          </p:cNvPr>
          <p:cNvSpPr/>
          <p:nvPr/>
        </p:nvSpPr>
        <p:spPr>
          <a:xfrm>
            <a:off x="291807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296">
            <a:extLst>
              <a:ext uri="{FF2B5EF4-FFF2-40B4-BE49-F238E27FC236}">
                <a16:creationId xmlns:a16="http://schemas.microsoft.com/office/drawing/2014/main" id="{205B56C3-7656-5640-0C2B-F7599FC0E2DD}"/>
              </a:ext>
            </a:extLst>
          </p:cNvPr>
          <p:cNvSpPr/>
          <p:nvPr/>
        </p:nvSpPr>
        <p:spPr>
          <a:xfrm>
            <a:off x="314382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297">
            <a:extLst>
              <a:ext uri="{FF2B5EF4-FFF2-40B4-BE49-F238E27FC236}">
                <a16:creationId xmlns:a16="http://schemas.microsoft.com/office/drawing/2014/main" id="{2AD586E4-60A8-6418-146C-51811AD8E84C}"/>
              </a:ext>
            </a:extLst>
          </p:cNvPr>
          <p:cNvSpPr/>
          <p:nvPr/>
        </p:nvSpPr>
        <p:spPr>
          <a:xfrm>
            <a:off x="336956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298">
            <a:extLst>
              <a:ext uri="{FF2B5EF4-FFF2-40B4-BE49-F238E27FC236}">
                <a16:creationId xmlns:a16="http://schemas.microsoft.com/office/drawing/2014/main" id="{F09B87F9-BF7A-50DD-64E0-FFF755726B59}"/>
              </a:ext>
            </a:extLst>
          </p:cNvPr>
          <p:cNvSpPr/>
          <p:nvPr/>
        </p:nvSpPr>
        <p:spPr>
          <a:xfrm>
            <a:off x="359530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299">
            <a:extLst>
              <a:ext uri="{FF2B5EF4-FFF2-40B4-BE49-F238E27FC236}">
                <a16:creationId xmlns:a16="http://schemas.microsoft.com/office/drawing/2014/main" id="{69B484DC-7803-B9C7-875D-1CE5320C63AA}"/>
              </a:ext>
            </a:extLst>
          </p:cNvPr>
          <p:cNvSpPr/>
          <p:nvPr/>
        </p:nvSpPr>
        <p:spPr>
          <a:xfrm>
            <a:off x="382104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300">
            <a:extLst>
              <a:ext uri="{FF2B5EF4-FFF2-40B4-BE49-F238E27FC236}">
                <a16:creationId xmlns:a16="http://schemas.microsoft.com/office/drawing/2014/main" id="{7244BB03-C8AB-9F97-54FF-608748270AEA}"/>
              </a:ext>
            </a:extLst>
          </p:cNvPr>
          <p:cNvSpPr/>
          <p:nvPr/>
        </p:nvSpPr>
        <p:spPr>
          <a:xfrm>
            <a:off x="404679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301">
            <a:extLst>
              <a:ext uri="{FF2B5EF4-FFF2-40B4-BE49-F238E27FC236}">
                <a16:creationId xmlns:a16="http://schemas.microsoft.com/office/drawing/2014/main" id="{EC5AC45F-05FC-6A28-E27D-1A0977A22321}"/>
              </a:ext>
            </a:extLst>
          </p:cNvPr>
          <p:cNvSpPr/>
          <p:nvPr/>
        </p:nvSpPr>
        <p:spPr>
          <a:xfrm>
            <a:off x="427253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302">
            <a:extLst>
              <a:ext uri="{FF2B5EF4-FFF2-40B4-BE49-F238E27FC236}">
                <a16:creationId xmlns:a16="http://schemas.microsoft.com/office/drawing/2014/main" id="{04E9C08D-7690-ECB7-7277-05560A5344D2}"/>
              </a:ext>
            </a:extLst>
          </p:cNvPr>
          <p:cNvSpPr/>
          <p:nvPr/>
        </p:nvSpPr>
        <p:spPr>
          <a:xfrm>
            <a:off x="449827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303">
            <a:extLst>
              <a:ext uri="{FF2B5EF4-FFF2-40B4-BE49-F238E27FC236}">
                <a16:creationId xmlns:a16="http://schemas.microsoft.com/office/drawing/2014/main" id="{10033CCD-AB98-7C8B-0E2C-3181C63061D0}"/>
              </a:ext>
            </a:extLst>
          </p:cNvPr>
          <p:cNvSpPr/>
          <p:nvPr/>
        </p:nvSpPr>
        <p:spPr>
          <a:xfrm>
            <a:off x="472401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304">
            <a:extLst>
              <a:ext uri="{FF2B5EF4-FFF2-40B4-BE49-F238E27FC236}">
                <a16:creationId xmlns:a16="http://schemas.microsoft.com/office/drawing/2014/main" id="{0BAA146A-17B1-CD05-3C0B-A5F9FB070AFB}"/>
              </a:ext>
            </a:extLst>
          </p:cNvPr>
          <p:cNvSpPr/>
          <p:nvPr/>
        </p:nvSpPr>
        <p:spPr>
          <a:xfrm>
            <a:off x="494976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305">
            <a:extLst>
              <a:ext uri="{FF2B5EF4-FFF2-40B4-BE49-F238E27FC236}">
                <a16:creationId xmlns:a16="http://schemas.microsoft.com/office/drawing/2014/main" id="{D3315ECA-FA0B-E02E-A0A5-3F5FD30FAE2D}"/>
              </a:ext>
            </a:extLst>
          </p:cNvPr>
          <p:cNvSpPr/>
          <p:nvPr/>
        </p:nvSpPr>
        <p:spPr>
          <a:xfrm>
            <a:off x="517550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306">
            <a:extLst>
              <a:ext uri="{FF2B5EF4-FFF2-40B4-BE49-F238E27FC236}">
                <a16:creationId xmlns:a16="http://schemas.microsoft.com/office/drawing/2014/main" id="{ECBB8353-8BE6-51D2-FDDC-231FE03B8277}"/>
              </a:ext>
            </a:extLst>
          </p:cNvPr>
          <p:cNvSpPr/>
          <p:nvPr/>
        </p:nvSpPr>
        <p:spPr>
          <a:xfrm>
            <a:off x="540124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307">
            <a:extLst>
              <a:ext uri="{FF2B5EF4-FFF2-40B4-BE49-F238E27FC236}">
                <a16:creationId xmlns:a16="http://schemas.microsoft.com/office/drawing/2014/main" id="{8CE655BD-EDA0-74E3-5195-F94A354BFB5F}"/>
              </a:ext>
            </a:extLst>
          </p:cNvPr>
          <p:cNvSpPr/>
          <p:nvPr/>
        </p:nvSpPr>
        <p:spPr>
          <a:xfrm>
            <a:off x="562698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308">
            <a:extLst>
              <a:ext uri="{FF2B5EF4-FFF2-40B4-BE49-F238E27FC236}">
                <a16:creationId xmlns:a16="http://schemas.microsoft.com/office/drawing/2014/main" id="{0E181308-CAA8-3688-0D67-54F6B2E46695}"/>
              </a:ext>
            </a:extLst>
          </p:cNvPr>
          <p:cNvSpPr/>
          <p:nvPr/>
        </p:nvSpPr>
        <p:spPr>
          <a:xfrm>
            <a:off x="585273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309">
            <a:extLst>
              <a:ext uri="{FF2B5EF4-FFF2-40B4-BE49-F238E27FC236}">
                <a16:creationId xmlns:a16="http://schemas.microsoft.com/office/drawing/2014/main" id="{708CB851-ED59-DB54-1E02-300B373E998A}"/>
              </a:ext>
            </a:extLst>
          </p:cNvPr>
          <p:cNvSpPr/>
          <p:nvPr/>
        </p:nvSpPr>
        <p:spPr>
          <a:xfrm>
            <a:off x="607847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310">
            <a:extLst>
              <a:ext uri="{FF2B5EF4-FFF2-40B4-BE49-F238E27FC236}">
                <a16:creationId xmlns:a16="http://schemas.microsoft.com/office/drawing/2014/main" id="{42229B33-8F20-26AC-70E7-EA3F91EC34B9}"/>
              </a:ext>
            </a:extLst>
          </p:cNvPr>
          <p:cNvSpPr/>
          <p:nvPr/>
        </p:nvSpPr>
        <p:spPr>
          <a:xfrm>
            <a:off x="630421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311">
            <a:extLst>
              <a:ext uri="{FF2B5EF4-FFF2-40B4-BE49-F238E27FC236}">
                <a16:creationId xmlns:a16="http://schemas.microsoft.com/office/drawing/2014/main" id="{19B00D8E-21E0-C968-3F30-DE5D2A5D9E6E}"/>
              </a:ext>
            </a:extLst>
          </p:cNvPr>
          <p:cNvSpPr/>
          <p:nvPr/>
        </p:nvSpPr>
        <p:spPr>
          <a:xfrm>
            <a:off x="652995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312">
            <a:extLst>
              <a:ext uri="{FF2B5EF4-FFF2-40B4-BE49-F238E27FC236}">
                <a16:creationId xmlns:a16="http://schemas.microsoft.com/office/drawing/2014/main" id="{4EB57490-7C23-F152-4D7C-C29A81A053E6}"/>
              </a:ext>
            </a:extLst>
          </p:cNvPr>
          <p:cNvSpPr/>
          <p:nvPr/>
        </p:nvSpPr>
        <p:spPr>
          <a:xfrm>
            <a:off x="675570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313">
            <a:extLst>
              <a:ext uri="{FF2B5EF4-FFF2-40B4-BE49-F238E27FC236}">
                <a16:creationId xmlns:a16="http://schemas.microsoft.com/office/drawing/2014/main" id="{A4F657F7-20B0-D84B-61C0-080B96B3ACFF}"/>
              </a:ext>
            </a:extLst>
          </p:cNvPr>
          <p:cNvSpPr/>
          <p:nvPr/>
        </p:nvSpPr>
        <p:spPr>
          <a:xfrm>
            <a:off x="698144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314">
            <a:extLst>
              <a:ext uri="{FF2B5EF4-FFF2-40B4-BE49-F238E27FC236}">
                <a16:creationId xmlns:a16="http://schemas.microsoft.com/office/drawing/2014/main" id="{3BC46CEB-A869-CCE0-1A7E-2C74DE55A6DE}"/>
              </a:ext>
            </a:extLst>
          </p:cNvPr>
          <p:cNvSpPr/>
          <p:nvPr/>
        </p:nvSpPr>
        <p:spPr>
          <a:xfrm>
            <a:off x="720718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315">
            <a:extLst>
              <a:ext uri="{FF2B5EF4-FFF2-40B4-BE49-F238E27FC236}">
                <a16:creationId xmlns:a16="http://schemas.microsoft.com/office/drawing/2014/main" id="{C9461708-1D0F-0C16-023A-2719478799CF}"/>
              </a:ext>
            </a:extLst>
          </p:cNvPr>
          <p:cNvSpPr/>
          <p:nvPr/>
        </p:nvSpPr>
        <p:spPr>
          <a:xfrm>
            <a:off x="743292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316">
            <a:extLst>
              <a:ext uri="{FF2B5EF4-FFF2-40B4-BE49-F238E27FC236}">
                <a16:creationId xmlns:a16="http://schemas.microsoft.com/office/drawing/2014/main" id="{54D598EB-29D5-1FFB-F158-2584F6C72C58}"/>
              </a:ext>
            </a:extLst>
          </p:cNvPr>
          <p:cNvSpPr/>
          <p:nvPr/>
        </p:nvSpPr>
        <p:spPr>
          <a:xfrm>
            <a:off x="765867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317">
            <a:extLst>
              <a:ext uri="{FF2B5EF4-FFF2-40B4-BE49-F238E27FC236}">
                <a16:creationId xmlns:a16="http://schemas.microsoft.com/office/drawing/2014/main" id="{75E16277-1D18-0324-C5FE-78AE00BDE33A}"/>
              </a:ext>
            </a:extLst>
          </p:cNvPr>
          <p:cNvSpPr/>
          <p:nvPr/>
        </p:nvSpPr>
        <p:spPr>
          <a:xfrm>
            <a:off x="7884413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318">
            <a:extLst>
              <a:ext uri="{FF2B5EF4-FFF2-40B4-BE49-F238E27FC236}">
                <a16:creationId xmlns:a16="http://schemas.microsoft.com/office/drawing/2014/main" id="{57A01226-BB61-706A-0C3E-55C39F0221B6}"/>
              </a:ext>
            </a:extLst>
          </p:cNvPr>
          <p:cNvSpPr/>
          <p:nvPr/>
        </p:nvSpPr>
        <p:spPr>
          <a:xfrm>
            <a:off x="8110156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319">
            <a:extLst>
              <a:ext uri="{FF2B5EF4-FFF2-40B4-BE49-F238E27FC236}">
                <a16:creationId xmlns:a16="http://schemas.microsoft.com/office/drawing/2014/main" id="{1B6BB529-2F25-8790-0DF1-375A0C8A1678}"/>
              </a:ext>
            </a:extLst>
          </p:cNvPr>
          <p:cNvSpPr/>
          <p:nvPr/>
        </p:nvSpPr>
        <p:spPr>
          <a:xfrm>
            <a:off x="8335898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320">
            <a:extLst>
              <a:ext uri="{FF2B5EF4-FFF2-40B4-BE49-F238E27FC236}">
                <a16:creationId xmlns:a16="http://schemas.microsoft.com/office/drawing/2014/main" id="{4F5E71ED-896C-FCB1-C06D-FCDCB3E969C8}"/>
              </a:ext>
            </a:extLst>
          </p:cNvPr>
          <p:cNvSpPr/>
          <p:nvPr/>
        </p:nvSpPr>
        <p:spPr>
          <a:xfrm>
            <a:off x="8561641" y="3874770"/>
            <a:ext cx="225743" cy="420624"/>
          </a:xfrm>
          <a:prstGeom prst="rect">
            <a:avLst/>
          </a:prstGeom>
          <a:solidFill>
            <a:srgbClr val="2E7D32"/>
          </a:solidFill>
          <a:ln w="25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Text 0">
            <a:extLst>
              <a:ext uri="{FF2B5EF4-FFF2-40B4-BE49-F238E27FC236}">
                <a16:creationId xmlns:a16="http://schemas.microsoft.com/office/drawing/2014/main" id="{E27BA1B9-B77E-B261-1979-4EC460A40E04}"/>
              </a:ext>
            </a:extLst>
          </p:cNvPr>
          <p:cNvSpPr/>
          <p:nvPr/>
        </p:nvSpPr>
        <p:spPr>
          <a:xfrm>
            <a:off x="292036" y="11103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Timeline  ·  April – November 2026 (Weekly)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Budget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C0"/>
                </a:solidFill>
              </a:rPr>
              <a:t>Secure File-Sharing Platform with End-to-End Encryption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63FF"/>
                </a:solidFill>
              </a:rPr>
              <a:t>14 / 14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94957"/>
              </p:ext>
            </p:extLst>
          </p:nvPr>
        </p:nvGraphicFramePr>
        <p:xfrm>
          <a:off x="896233" y="475485"/>
          <a:ext cx="7506710" cy="28732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1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9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Item /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Qty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Amount (ZMK)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Domain + SSL Certificate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/>
                        <a:t>K 800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Research Materials (IEEE Xplore, books)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/>
                        <a:t>K 760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Printing &amp; Stationery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/>
                        <a:t>K 1,700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Contingency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/>
                        <a:t>K 760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Transport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/>
                        <a:t>K500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544674"/>
                  </a:ext>
                </a:extLst>
              </a:tr>
              <a:tr h="474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/>
                        <a:t>K 4,520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</TotalTime>
  <Words>909</Words>
  <Application>Microsoft Office PowerPoint</Application>
  <PresentationFormat>On-screen Show (16:9)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Musonda</cp:lastModifiedBy>
  <cp:revision>51</cp:revision>
  <dcterms:created xsi:type="dcterms:W3CDTF">2026-04-23T08:14:25Z</dcterms:created>
  <dcterms:modified xsi:type="dcterms:W3CDTF">2026-06-10T02:39:28Z</dcterms:modified>
</cp:coreProperties>
</file>